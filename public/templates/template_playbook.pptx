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3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  <p:sldMasterId id="2147483797" r:id="rId2"/>
    <p:sldMasterId id="2147483833" r:id="rId3"/>
    <p:sldMasterId id="2147483867" r:id="rId4"/>
  </p:sldMasterIdLst>
  <p:notesMasterIdLst>
    <p:notesMasterId r:id="rId15"/>
  </p:notesMasterIdLst>
  <p:sldIdLst>
    <p:sldId id="214748020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06F7"/>
    <a:srgbClr val="10037C"/>
    <a:srgbClr val="00EDFF"/>
    <a:srgbClr val="00F2D5"/>
    <a:srgbClr val="001E5E"/>
    <a:srgbClr val="0033A0"/>
    <a:srgbClr val="001A47"/>
    <a:srgbClr val="00F2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6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56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1">
    <p:bg>
      <p:bgPr>
        <a:gradFill flip="none" rotWithShape="1">
          <a:gsLst>
            <a:gs pos="0">
              <a:schemeClr val="accent5"/>
            </a:gs>
            <a:gs pos="99580">
              <a:srgbClr val="10037D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BCF728-DC08-0D53-99F4-D9BC8709685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E5A996-950F-3207-8080-2C1A47BE0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993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2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A07C93-2898-DE3B-6BD9-A5F1E3BB0251}"/>
              </a:ext>
            </a:extLst>
          </p:cNvPr>
          <p:cNvSpPr/>
          <p:nvPr/>
        </p:nvSpPr>
        <p:spPr>
          <a:xfrm>
            <a:off x="5970128" y="1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127A34-C1BA-2EB9-7A58-73A73A859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875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54D3B5-A78B-8819-04AC-654592DFD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E857BA5-0A31-FB59-FDA4-15B0D9E4895B}"/>
              </a:ext>
            </a:extLst>
          </p:cNvPr>
          <p:cNvSpPr/>
          <p:nvPr userDrawn="1"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CDF8109-2FC3-BF55-D474-1D4BF37CD9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440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4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07B3BE-D795-2D18-739D-40BC5E77A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29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dd Your Image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901646-E2D8-59E2-4F6E-820B38B56B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73540" y="-3411"/>
            <a:ext cx="3180223" cy="5143499"/>
          </a:xfrm>
          <a:custGeom>
            <a:avLst/>
            <a:gdLst>
              <a:gd name="connsiteX0" fmla="*/ 0 w 4240297"/>
              <a:gd name="connsiteY0" fmla="*/ 0 h 6857999"/>
              <a:gd name="connsiteX1" fmla="*/ 4240297 w 4240297"/>
              <a:gd name="connsiteY1" fmla="*/ 0 h 6857999"/>
              <a:gd name="connsiteX2" fmla="*/ 4240297 w 4240297"/>
              <a:gd name="connsiteY2" fmla="*/ 6857999 h 6857999"/>
              <a:gd name="connsiteX3" fmla="*/ 4205936 w 4240297"/>
              <a:gd name="connsiteY3" fmla="*/ 6857999 h 6857999"/>
              <a:gd name="connsiteX4" fmla="*/ 806211 w 4240297"/>
              <a:gd name="connsiteY4" fmla="*/ 4854226 h 6857999"/>
              <a:gd name="connsiteX5" fmla="*/ 771753 w 4240297"/>
              <a:gd name="connsiteY5" fmla="*/ 4836229 h 6857999"/>
              <a:gd name="connsiteX6" fmla="*/ 738372 w 4240297"/>
              <a:gd name="connsiteY6" fmla="*/ 4814242 h 6857999"/>
              <a:gd name="connsiteX7" fmla="*/ 725102 w 4240297"/>
              <a:gd name="connsiteY7" fmla="*/ 4806421 h 6857999"/>
              <a:gd name="connsiteX8" fmla="*/ 726498 w 4240297"/>
              <a:gd name="connsiteY8" fmla="*/ 4806421 h 6857999"/>
              <a:gd name="connsiteX9" fmla="*/ 650166 w 4240297"/>
              <a:gd name="connsiteY9" fmla="*/ 4756144 h 6857999"/>
              <a:gd name="connsiteX10" fmla="*/ 0 w 4240297"/>
              <a:gd name="connsiteY10" fmla="*/ 3430368 h 6857999"/>
              <a:gd name="connsiteX11" fmla="*/ 64 w 4240297"/>
              <a:gd name="connsiteY11" fmla="*/ 3429000 h 6857999"/>
              <a:gd name="connsiteX12" fmla="*/ 0 w 4240297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7" h="6857999">
                <a:moveTo>
                  <a:pt x="0" y="0"/>
                </a:moveTo>
                <a:lnTo>
                  <a:pt x="4240297" y="0"/>
                </a:lnTo>
                <a:lnTo>
                  <a:pt x="4240297" y="6857999"/>
                </a:lnTo>
                <a:lnTo>
                  <a:pt x="4205936" y="6857999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477097-F737-55A1-7753-80463BFB5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56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gradFill flip="none" rotWithShape="1">
          <a:gsLst>
            <a:gs pos="50000">
              <a:schemeClr val="tx2"/>
            </a:gs>
            <a:gs pos="100000">
              <a:srgbClr val="10037C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A60FC-B4B9-6C77-F18E-DC1AC957D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18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2F2700-9EFE-9D3A-578D-7E3567765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236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9F2A77-9BE4-F3B1-6206-1475D5C86F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8458201" cy="3526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1FF721A-1B21-4DCC-56F6-88E02ED45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467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Lar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105D31-7EEF-58CD-0B9F-5F04B369F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12506" y="-6757"/>
            <a:ext cx="4951476" cy="5157216"/>
          </a:xfrm>
          <a:custGeom>
            <a:avLst/>
            <a:gdLst>
              <a:gd name="connsiteX0" fmla="*/ 0 w 6584334"/>
              <a:gd name="connsiteY0" fmla="*/ 0 h 6857999"/>
              <a:gd name="connsiteX1" fmla="*/ 6584334 w 6584334"/>
              <a:gd name="connsiteY1" fmla="*/ 0 h 6857999"/>
              <a:gd name="connsiteX2" fmla="*/ 6584334 w 6584334"/>
              <a:gd name="connsiteY2" fmla="*/ 6857999 h 6857999"/>
              <a:gd name="connsiteX3" fmla="*/ 4560074 w 6584334"/>
              <a:gd name="connsiteY3" fmla="*/ 6857999 h 6857999"/>
              <a:gd name="connsiteX4" fmla="*/ 874094 w 6584334"/>
              <a:gd name="connsiteY4" fmla="*/ 4854226 h 6857999"/>
              <a:gd name="connsiteX5" fmla="*/ 836734 w 6584334"/>
              <a:gd name="connsiteY5" fmla="*/ 4836229 h 6857999"/>
              <a:gd name="connsiteX6" fmla="*/ 800543 w 6584334"/>
              <a:gd name="connsiteY6" fmla="*/ 4814242 h 6857999"/>
              <a:gd name="connsiteX7" fmla="*/ 786155 w 6584334"/>
              <a:gd name="connsiteY7" fmla="*/ 4806421 h 6857999"/>
              <a:gd name="connsiteX8" fmla="*/ 787669 w 6584334"/>
              <a:gd name="connsiteY8" fmla="*/ 4806421 h 6857999"/>
              <a:gd name="connsiteX9" fmla="*/ 704910 w 6584334"/>
              <a:gd name="connsiteY9" fmla="*/ 4756144 h 6857999"/>
              <a:gd name="connsiteX10" fmla="*/ 0 w 6584334"/>
              <a:gd name="connsiteY10" fmla="*/ 3430368 h 6857999"/>
              <a:gd name="connsiteX11" fmla="*/ 69 w 6584334"/>
              <a:gd name="connsiteY11" fmla="*/ 3429000 h 6857999"/>
              <a:gd name="connsiteX12" fmla="*/ 0 w 6584334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4334" h="6857999">
                <a:moveTo>
                  <a:pt x="0" y="0"/>
                </a:moveTo>
                <a:lnTo>
                  <a:pt x="6584334" y="0"/>
                </a:lnTo>
                <a:lnTo>
                  <a:pt x="6584334" y="6857999"/>
                </a:lnTo>
                <a:lnTo>
                  <a:pt x="4560074" y="6857999"/>
                </a:lnTo>
                <a:lnTo>
                  <a:pt x="874094" y="4854226"/>
                </a:lnTo>
                <a:lnTo>
                  <a:pt x="836734" y="4836229"/>
                </a:lnTo>
                <a:lnTo>
                  <a:pt x="800543" y="4814242"/>
                </a:lnTo>
                <a:lnTo>
                  <a:pt x="786155" y="4806421"/>
                </a:lnTo>
                <a:lnTo>
                  <a:pt x="787669" y="4806421"/>
                </a:lnTo>
                <a:lnTo>
                  <a:pt x="704910" y="4756144"/>
                </a:lnTo>
                <a:cubicBezTo>
                  <a:pt x="279618" y="4468823"/>
                  <a:pt x="0" y="3982249"/>
                  <a:pt x="0" y="3430368"/>
                </a:cubicBezTo>
                <a:lnTo>
                  <a:pt x="69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9376C9-E3DE-E4DA-B527-C2B70CBC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3AEC8-0803-D4C1-7D52-0E6D68423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B49A168C-1EC2-CB61-DB1B-FFC47318D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3744874" cy="334515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16DB7-DC6F-AF54-98CF-09B519983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00151"/>
            <a:ext cx="3744516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0079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Small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9376C9-E3DE-E4DA-B527-C2B70CBC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3AEC8-0803-D4C1-7D52-0E6D68423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B49A168C-1EC2-CB61-DB1B-FFC47318D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5778625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B4BDC39-EC0B-795E-818D-54DC0C575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644" y="-3412"/>
            <a:ext cx="2849113" cy="4963535"/>
          </a:xfrm>
          <a:custGeom>
            <a:avLst/>
            <a:gdLst>
              <a:gd name="connsiteX0" fmla="*/ 0 w 3798817"/>
              <a:gd name="connsiteY0" fmla="*/ 0 h 6618046"/>
              <a:gd name="connsiteX1" fmla="*/ 3798817 w 3798817"/>
              <a:gd name="connsiteY1" fmla="*/ 0 h 6618046"/>
              <a:gd name="connsiteX2" fmla="*/ 3798817 w 3798817"/>
              <a:gd name="connsiteY2" fmla="*/ 6618046 h 6618046"/>
              <a:gd name="connsiteX3" fmla="*/ 806211 w 3798817"/>
              <a:gd name="connsiteY3" fmla="*/ 4854226 h 6618046"/>
              <a:gd name="connsiteX4" fmla="*/ 771753 w 3798817"/>
              <a:gd name="connsiteY4" fmla="*/ 4836229 h 6618046"/>
              <a:gd name="connsiteX5" fmla="*/ 738372 w 3798817"/>
              <a:gd name="connsiteY5" fmla="*/ 4814242 h 6618046"/>
              <a:gd name="connsiteX6" fmla="*/ 725102 w 3798817"/>
              <a:gd name="connsiteY6" fmla="*/ 4806421 h 6618046"/>
              <a:gd name="connsiteX7" fmla="*/ 726498 w 3798817"/>
              <a:gd name="connsiteY7" fmla="*/ 4806421 h 6618046"/>
              <a:gd name="connsiteX8" fmla="*/ 650166 w 3798817"/>
              <a:gd name="connsiteY8" fmla="*/ 4756144 h 6618046"/>
              <a:gd name="connsiteX9" fmla="*/ 0 w 3798817"/>
              <a:gd name="connsiteY9" fmla="*/ 3430368 h 6618046"/>
              <a:gd name="connsiteX10" fmla="*/ 64 w 3798817"/>
              <a:gd name="connsiteY10" fmla="*/ 3429000 h 6618046"/>
              <a:gd name="connsiteX11" fmla="*/ 0 w 3798817"/>
              <a:gd name="connsiteY11" fmla="*/ 3429000 h 661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98817" h="6618046">
                <a:moveTo>
                  <a:pt x="0" y="0"/>
                </a:moveTo>
                <a:lnTo>
                  <a:pt x="3798817" y="0"/>
                </a:lnTo>
                <a:lnTo>
                  <a:pt x="3798817" y="6618046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127BAE-B773-9CE4-CBB4-DC6488CCA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793" y="1200151"/>
            <a:ext cx="5785732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7F9CD6-9F85-30E1-3524-C0D9CF1C1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608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Lar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CA312D7-A283-8E90-143B-657FFDD4A8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756" y="0"/>
            <a:ext cx="4951476" cy="5157216"/>
          </a:xfrm>
          <a:custGeom>
            <a:avLst/>
            <a:gdLst>
              <a:gd name="connsiteX0" fmla="*/ 0 w 6601968"/>
              <a:gd name="connsiteY0" fmla="*/ 0 h 6876288"/>
              <a:gd name="connsiteX1" fmla="*/ 6601968 w 6601968"/>
              <a:gd name="connsiteY1" fmla="*/ 0 h 6876288"/>
              <a:gd name="connsiteX2" fmla="*/ 6601968 w 6601968"/>
              <a:gd name="connsiteY2" fmla="*/ 3438145 h 6876288"/>
              <a:gd name="connsiteX3" fmla="*/ 6601899 w 6601968"/>
              <a:gd name="connsiteY3" fmla="*/ 3438145 h 6876288"/>
              <a:gd name="connsiteX4" fmla="*/ 6601968 w 6601968"/>
              <a:gd name="connsiteY4" fmla="*/ 3439516 h 6876288"/>
              <a:gd name="connsiteX5" fmla="*/ 5895170 w 6601968"/>
              <a:gd name="connsiteY5" fmla="*/ 4768828 h 6876288"/>
              <a:gd name="connsiteX6" fmla="*/ 5812190 w 6601968"/>
              <a:gd name="connsiteY6" fmla="*/ 4819239 h 6876288"/>
              <a:gd name="connsiteX7" fmla="*/ 5813708 w 6601968"/>
              <a:gd name="connsiteY7" fmla="*/ 4819239 h 6876288"/>
              <a:gd name="connsiteX8" fmla="*/ 5799281 w 6601968"/>
              <a:gd name="connsiteY8" fmla="*/ 4827081 h 6876288"/>
              <a:gd name="connsiteX9" fmla="*/ 5762993 w 6601968"/>
              <a:gd name="connsiteY9" fmla="*/ 4849127 h 6876288"/>
              <a:gd name="connsiteX10" fmla="*/ 5725533 w 6601968"/>
              <a:gd name="connsiteY10" fmla="*/ 4867172 h 6876288"/>
              <a:gd name="connsiteX11" fmla="*/ 2029682 w 6601968"/>
              <a:gd name="connsiteY11" fmla="*/ 6876288 h 6876288"/>
              <a:gd name="connsiteX12" fmla="*/ 0 w 6601968"/>
              <a:gd name="connsiteY12" fmla="*/ 6876288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1968" h="6876288">
                <a:moveTo>
                  <a:pt x="0" y="0"/>
                </a:moveTo>
                <a:lnTo>
                  <a:pt x="6601968" y="0"/>
                </a:lnTo>
                <a:lnTo>
                  <a:pt x="6601968" y="3438145"/>
                </a:lnTo>
                <a:lnTo>
                  <a:pt x="6601899" y="3438145"/>
                </a:lnTo>
                <a:lnTo>
                  <a:pt x="6601968" y="3439516"/>
                </a:lnTo>
                <a:cubicBezTo>
                  <a:pt x="6601968" y="3992869"/>
                  <a:pt x="6321601" y="4480741"/>
                  <a:pt x="5895170" y="4768828"/>
                </a:cubicBezTo>
                <a:lnTo>
                  <a:pt x="5812190" y="4819239"/>
                </a:lnTo>
                <a:lnTo>
                  <a:pt x="5813708" y="4819239"/>
                </a:lnTo>
                <a:lnTo>
                  <a:pt x="5799281" y="4827081"/>
                </a:lnTo>
                <a:lnTo>
                  <a:pt x="5762993" y="4849127"/>
                </a:lnTo>
                <a:lnTo>
                  <a:pt x="5725533" y="4867172"/>
                </a:lnTo>
                <a:lnTo>
                  <a:pt x="2029682" y="6876288"/>
                </a:lnTo>
                <a:lnTo>
                  <a:pt x="0" y="68762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vert="horz" wrap="square" lIns="0" tIns="0" rIns="0" bIns="548640" rtlCol="0" anchor="ctr">
            <a:noAutofit/>
          </a:bodyPr>
          <a:lstStyle>
            <a:lvl1pPr marL="34290" indent="0" algn="ctr" defTabSz="685800" rtl="0" eaLnBrk="1" latinLnBrk="0" hangingPunct="1">
              <a:lnSpc>
                <a:spcPct val="100000"/>
              </a:lnSpc>
              <a:spcBef>
                <a:spcPts val="135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35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34290" lvl="0" indent="0" algn="ctr">
              <a:buNone/>
            </a:pPr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9EC520-2ECA-F7E2-3C87-3C6536F3A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3888" y="4871667"/>
            <a:ext cx="1087213" cy="103913"/>
          </a:xfrm>
          <a:prstGeom prst="rect">
            <a:avLst/>
          </a:prstGeom>
          <a:effectLst/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AA3350E1-99A9-2B0D-0722-EA6A60DDE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7551" y="350007"/>
            <a:ext cx="3799811" cy="334515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EC1B168-FF74-96E6-6DFE-EAF404DF1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27551" y="1200151"/>
            <a:ext cx="3799811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8C87313-0487-3E74-2FE2-037EEA2AC2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542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Small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DDC057-8C27-307A-DC20-2AF06A3950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133" y="-6755"/>
            <a:ext cx="2859247" cy="4847374"/>
          </a:xfrm>
          <a:custGeom>
            <a:avLst/>
            <a:gdLst>
              <a:gd name="connsiteX0" fmla="*/ 0 w 3812329"/>
              <a:gd name="connsiteY0" fmla="*/ 0 h 6463165"/>
              <a:gd name="connsiteX1" fmla="*/ 3812329 w 3812329"/>
              <a:gd name="connsiteY1" fmla="*/ 0 h 6463165"/>
              <a:gd name="connsiteX2" fmla="*/ 3812329 w 3812329"/>
              <a:gd name="connsiteY2" fmla="*/ 3438145 h 6463165"/>
              <a:gd name="connsiteX3" fmla="*/ 3812260 w 3812329"/>
              <a:gd name="connsiteY3" fmla="*/ 3438145 h 6463165"/>
              <a:gd name="connsiteX4" fmla="*/ 3812329 w 3812329"/>
              <a:gd name="connsiteY4" fmla="*/ 3439516 h 6463165"/>
              <a:gd name="connsiteX5" fmla="*/ 3105531 w 3812329"/>
              <a:gd name="connsiteY5" fmla="*/ 4768828 h 6463165"/>
              <a:gd name="connsiteX6" fmla="*/ 3022551 w 3812329"/>
              <a:gd name="connsiteY6" fmla="*/ 4819239 h 6463165"/>
              <a:gd name="connsiteX7" fmla="*/ 3024069 w 3812329"/>
              <a:gd name="connsiteY7" fmla="*/ 4819239 h 6463165"/>
              <a:gd name="connsiteX8" fmla="*/ 3009642 w 3812329"/>
              <a:gd name="connsiteY8" fmla="*/ 4827081 h 6463165"/>
              <a:gd name="connsiteX9" fmla="*/ 2973354 w 3812329"/>
              <a:gd name="connsiteY9" fmla="*/ 4849127 h 6463165"/>
              <a:gd name="connsiteX10" fmla="*/ 2935894 w 3812329"/>
              <a:gd name="connsiteY10" fmla="*/ 4867172 h 6463165"/>
              <a:gd name="connsiteX11" fmla="*/ 0 w 3812329"/>
              <a:gd name="connsiteY11" fmla="*/ 6463165 h 646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12329" h="6463165">
                <a:moveTo>
                  <a:pt x="0" y="0"/>
                </a:moveTo>
                <a:lnTo>
                  <a:pt x="3812329" y="0"/>
                </a:lnTo>
                <a:lnTo>
                  <a:pt x="3812329" y="3438145"/>
                </a:lnTo>
                <a:lnTo>
                  <a:pt x="3812260" y="3438145"/>
                </a:lnTo>
                <a:lnTo>
                  <a:pt x="3812329" y="3439516"/>
                </a:lnTo>
                <a:cubicBezTo>
                  <a:pt x="3812329" y="3992869"/>
                  <a:pt x="3531962" y="4480741"/>
                  <a:pt x="3105531" y="4768828"/>
                </a:cubicBezTo>
                <a:lnTo>
                  <a:pt x="3022551" y="4819239"/>
                </a:lnTo>
                <a:lnTo>
                  <a:pt x="3024069" y="4819239"/>
                </a:lnTo>
                <a:lnTo>
                  <a:pt x="3009642" y="4827081"/>
                </a:lnTo>
                <a:lnTo>
                  <a:pt x="2973354" y="4849127"/>
                </a:lnTo>
                <a:lnTo>
                  <a:pt x="2935894" y="4867172"/>
                </a:lnTo>
                <a:lnTo>
                  <a:pt x="0" y="64631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9EC520-2ECA-F7E2-3C87-3C6536F3A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3888" y="4871667"/>
            <a:ext cx="1087213" cy="103913"/>
          </a:xfrm>
          <a:prstGeom prst="rect">
            <a:avLst/>
          </a:prstGeom>
          <a:effectLst/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AA3350E1-99A9-2B0D-0722-EA6A60DDE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3331" y="350007"/>
            <a:ext cx="592403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7924CCD-3AAF-3DA1-F15F-C08A2D110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ABC922-5CBC-A1DE-F8D1-403A37E27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9F08BE-BE92-7C0B-A93F-5A8827A776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03331" y="1200151"/>
            <a:ext cx="5924031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8A348B-889D-8478-3476-7467D86DB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709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302384-0A45-5DB1-03D8-A4F37827D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366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s and Photo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86A7A2-31AA-A826-14E9-1F0D5C6AA8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0305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61F3B5-B159-403B-26DE-F8463A0C1F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5743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3DA7183-3A86-0023-8548-AADBEAF5BE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11182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46BE9C-2B28-B14A-DFF9-C27670016C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56620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4B75E1-80F5-C15E-43A9-26CE929CC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CF3E18-EAB5-82F4-3472-BDF8D5015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2FF055-BBDC-4E3F-7639-B7B26FFF6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524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4107-EA90-D471-9154-2413E4BF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A23EE42-2ED4-79CC-F29C-75EBD6E32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BB0A07-1EDC-9F2E-5AA8-980AB48AC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EDF6E-7490-7B90-875A-CFC772EC9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200151"/>
            <a:ext cx="4054993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6B5DBAB-76D0-F721-7282-D4B75EC68D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106" y="1200151"/>
            <a:ext cx="4054993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B7FB3B-9948-711B-23F4-FBD5AF972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1212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C67CC83-162E-EC7D-89BF-D64051E009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4689EB-026F-A072-F93E-9644B1644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7520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7CD34E-57CF-3E9A-0689-179A29B080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30AF283-0971-9CB4-CBFC-DE62DDF75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8187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2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994274-4D8D-CAD1-9760-C1CF3442FA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A8571C-CE49-F05D-8395-B12FCE954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6218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5769E4-FD0B-FFF6-FAB1-3C3C62EEE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7738E1-6FF2-FBAF-BA37-4CB57523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5734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4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0988D42-B6AD-566A-3B5D-67EC269D2D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F692FA1-ACD2-DC6E-9004-D8E6427E3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07055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Light">
    <p:bg>
      <p:bgPr>
        <a:solidFill>
          <a:srgbClr val="F8F8FA">
            <a:alpha val="6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D6DBC-C846-C808-EDB1-4FB06DB31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28FE79-B118-641B-770B-DC77DEF8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ECF379-3BE3-EAD4-A93F-1D931543A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2578" y="1400328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2B52FDB6-7F78-DE0E-4B9B-AD72A7A7A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04669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92335C2-9FD7-7CBE-2518-BAF97DEF6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9587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7FB5EEF9-C7FF-599B-7042-522CBAD30C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52578" y="3660096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FDF4731-3155-3F8B-FE52-32F8449E3F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04669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3A88FE90-3633-2191-C3BE-674A37F84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99587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7ADA164-44F9-F404-735E-82EFF0B3F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2578" y="341724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D1A9BAB-C905-0C39-7A4B-829DA077E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4668" y="341724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AC790A8-1BB0-CBED-0576-8CBAF0638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99587" y="341724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2B94BBC-3615-F07C-2873-B784721856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52578" y="2602157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46047C5-6D7A-1D31-8034-0E1FF6D56A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4668" y="2602157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EDA337F3-F90A-A4CA-F813-5825DEBEED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99587" y="2602157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C3AADA1-B781-76BF-08BD-96D10A88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4581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95C106-C97D-76BB-0A93-DA5D562E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FA1E20-86B1-A89B-8A8D-D3184982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22F506B-8F58-8B75-CD39-97EA8C53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2022" y="1595463"/>
            <a:ext cx="152784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02E0BB3-C690-9FFC-D288-DFB02961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52710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7F464B8-F7AA-8382-0F07-6EFD4D14D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9605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E5EF2FB-8701-86C0-77AE-9BFE44E4A8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5806" y="1595463"/>
            <a:ext cx="1531423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D2349843-3369-4CA5-F65E-FE4FB6016F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26017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7E4F4AC2-B7CB-B1AB-E4D9-17D6BFE51B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97216" y="2780496"/>
            <a:ext cx="152265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8D79DC3-CD30-3B43-7D1E-3E2FF9130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99A665E-2203-069B-F272-D9FE5341B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3679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D0EB984-1B8F-B3E7-BCE9-E301E20823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28121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03FF109-EEFE-032F-B517-A0857DB58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4533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CC7D50-9A44-CC63-0D05-EFFF87697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3372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48792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63295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77798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33348" y="1595463"/>
            <a:ext cx="192117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9202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65CD29C-0978-0EEE-2176-EBF84B9A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8420" y="1595463"/>
            <a:ext cx="1926484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4379AB0-3487-B365-098B-787C9CB47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496" y="1595463"/>
            <a:ext cx="192567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D95D5E-1E7F-8B3B-DAD4-59101FC43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1C694C3-F9D1-7391-B355-255E905AE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F1A51800-5BF5-3B33-8421-4834153217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41705" y="2780496"/>
            <a:ext cx="1915558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A52D5F2-82EB-D052-F6ED-B3686CEA32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33EB124F-4413-C191-FC20-51466493BC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0495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3C695E31-0CEA-94C2-7D54-DBC6C2609F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28419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C7FB8F5-309D-77E3-DB8F-80A19B31F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1395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3217544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6092190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72663" y="2780496"/>
            <a:ext cx="260450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260604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04003FDA-B27B-3EA2-CC4A-B44477B7CF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46159" y="2780496"/>
            <a:ext cx="260604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BF3F2B8-4E8D-AA03-0A05-C725C6637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2B3276-C94B-4AA8-F0D7-65389355B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DF15BA2-0669-9288-87E3-5E30CF2820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76336" y="1595463"/>
            <a:ext cx="2600828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72BAF-5F76-7D02-D937-C8C722220A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2647" y="1595463"/>
            <a:ext cx="26060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CF8A2E3-9E56-602D-AD93-035C8899A42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526" y="1595463"/>
            <a:ext cx="2600828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5D2185E-DB11-5BEB-DFA5-652AA6086B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229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4652010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5320" y="1595463"/>
            <a:ext cx="402677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1762" y="2780496"/>
            <a:ext cx="402677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415" y="1595463"/>
            <a:ext cx="403484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414" y="2780496"/>
            <a:ext cx="403484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A7FC0CF-2162-02A9-75F3-0F7554153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ECB7E-F7A3-8973-4F16-8760BD163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4D1021-A57D-9F79-E4A8-91DE3CC1C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805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4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1820368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2815383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EF414B-B76F-1C09-2D40-0178E50862A7}"/>
              </a:ext>
            </a:extLst>
          </p:cNvPr>
          <p:cNvSpPr/>
          <p:nvPr/>
        </p:nvSpPr>
        <p:spPr>
          <a:xfrm>
            <a:off x="342899" y="3810399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802211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878637"/>
            <a:ext cx="2318672" cy="787978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887472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B3BEA-9B3A-C108-35DD-D0B9F1E650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580" y="3879568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5B7546B-97A6-91E1-11DC-D41D9AD8C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86037833-A386-3FBE-AF28-4F64F607A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1D73E48-E44A-4341-D4DD-CC783EA78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875274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8AC37DC-A2DF-C76E-935C-809BE182F3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1" y="1878637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52641F7-2ED7-31B4-8F75-E03C86AC9B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1" y="2882752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718B658-BDF5-F08D-923F-5B85262611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1" y="3876651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9E5923-9E71-2185-B11F-02E151DB8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0492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3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167159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2211196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3508966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3553002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F9DCC3-0217-504A-3708-4C157AEB6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C33B51-ADB0-70E1-105D-B31755420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386C1A6-582D-41E9-B2DA-85418E4376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875274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C2DB422F-8F6B-C45B-D44D-3F705EAFA9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14011" y="2217080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146F7C6-084B-40BE-FA5B-CD7C89C57D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14011" y="3556176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6F18CC-AB4B-CD70-7745-2221452BA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2374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916679"/>
            <a:ext cx="8462886" cy="1759442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857177"/>
            <a:ext cx="8462886" cy="1759442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987A8F-9F49-4ABB-DD1D-C86371BE9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7A3CD2-EB8C-DFE3-2760-3C5072967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1402C0-341A-B663-4CA9-E155C93DD6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960715"/>
            <a:ext cx="5582093" cy="167103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AD1BBE-E64D-2DC6-A4F2-259D8ACA82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14011" y="2891945"/>
            <a:ext cx="5582093" cy="167103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F02C42-6680-32F4-4A45-C29EE7A4E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3105" y="981816"/>
            <a:ext cx="2318147" cy="164068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1">
                <a:solidFill>
                  <a:schemeClr val="tx2"/>
                </a:solidFill>
              </a:defRPr>
            </a:lvl1pPr>
            <a:lvl2pPr marL="377190" indent="0" algn="ctr">
              <a:buNone/>
              <a:defRPr b="1">
                <a:solidFill>
                  <a:schemeClr val="tx2"/>
                </a:solidFill>
              </a:defRPr>
            </a:lvl2pPr>
            <a:lvl3pPr marL="720090" indent="0" algn="ctr">
              <a:buNone/>
              <a:defRPr b="1">
                <a:solidFill>
                  <a:schemeClr val="tx2"/>
                </a:solidFill>
              </a:defRPr>
            </a:lvl3pPr>
            <a:lvl4pPr marL="1062990" indent="0" algn="ctr">
              <a:buNone/>
              <a:defRPr b="1">
                <a:solidFill>
                  <a:schemeClr val="tx2"/>
                </a:solidFill>
              </a:defRPr>
            </a:lvl4pPr>
            <a:lvl5pPr marL="1405890" indent="0" algn="ctr">
              <a:buNone/>
              <a:defRPr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74ABA3A-D851-C1A9-F4E4-D3620CB27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105" y="2922297"/>
            <a:ext cx="2318147" cy="164068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1">
                <a:solidFill>
                  <a:schemeClr val="tx2"/>
                </a:solidFill>
              </a:defRPr>
            </a:lvl1pPr>
            <a:lvl2pPr marL="377190" indent="0" algn="ctr">
              <a:buNone/>
              <a:defRPr b="1">
                <a:solidFill>
                  <a:schemeClr val="tx2"/>
                </a:solidFill>
              </a:defRPr>
            </a:lvl2pPr>
            <a:lvl3pPr marL="720090" indent="0" algn="ctr">
              <a:buNone/>
              <a:defRPr b="1">
                <a:solidFill>
                  <a:schemeClr val="tx2"/>
                </a:solidFill>
              </a:defRPr>
            </a:lvl3pPr>
            <a:lvl4pPr marL="1062990" indent="0" algn="ctr">
              <a:buNone/>
              <a:defRPr b="1">
                <a:solidFill>
                  <a:schemeClr val="tx2"/>
                </a:solidFill>
              </a:defRPr>
            </a:lvl4pPr>
            <a:lvl5pPr marL="1405890" indent="0" algn="ctr">
              <a:buNone/>
              <a:defRPr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45C90E-396F-2F75-9562-8307F0C4F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24964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D6D086D-C3A8-029A-FFD8-918F558A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8116" y="2332435"/>
            <a:ext cx="5007769" cy="4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7116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 with Taglin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DFF1EC-E7D6-9E21-8BF6-07C8A7F169C3}"/>
              </a:ext>
            </a:extLst>
          </p:cNvPr>
          <p:cNvGrpSpPr/>
          <p:nvPr/>
        </p:nvGrpSpPr>
        <p:grpSpPr>
          <a:xfrm>
            <a:off x="2068116" y="2172957"/>
            <a:ext cx="5007769" cy="797588"/>
            <a:chOff x="2757487" y="2897275"/>
            <a:chExt cx="6677025" cy="1063451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CFDF44C-4870-59E4-3EA3-FE4CAEC938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72841" y="3736289"/>
              <a:ext cx="4658779" cy="224437"/>
            </a:xfrm>
            <a:prstGeom prst="rect">
              <a:avLst/>
            </a:prstGeom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EA782C76-E8CB-60C8-93A6-C26CD0810E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7487" y="2897275"/>
              <a:ext cx="6677025" cy="632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0475675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975AC-12EF-9C4F-5848-9E0CC61AA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11702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7AEBF-1268-8B32-E22C-EA07DD1CC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29D5C9-BDE0-1661-42B9-D18B74CF6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06BD8F-F896-9D14-A8AF-531DDCA6F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D0FD3-E6F9-D9C0-E3C7-77CE228FF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659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A41F43-C172-987E-B6FB-49586B88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52814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604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 userDrawn="1"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54D3B5-A78B-8819-04AC-654592DFD0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84190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1">
    <p:bg>
      <p:bgPr>
        <a:gradFill flip="none" rotWithShape="1">
          <a:gsLst>
            <a:gs pos="0">
              <a:schemeClr val="accent5"/>
            </a:gs>
            <a:gs pos="99580">
              <a:srgbClr val="10037D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BCF728-DC08-0D53-99F4-D9BC8709685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EA29F51-2836-1F8B-4A6F-1B4B3B64E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18745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2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A07C93-2898-DE3B-6BD9-A5F1E3BB0251}"/>
              </a:ext>
            </a:extLst>
          </p:cNvPr>
          <p:cNvSpPr/>
          <p:nvPr/>
        </p:nvSpPr>
        <p:spPr>
          <a:xfrm>
            <a:off x="5970128" y="1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AE5B87-875E-0DB0-C395-3AAFDE8EB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24835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855B361-3D67-1162-5921-18373D32D9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50564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4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75720A-4A8C-BF19-A779-937DEC564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17029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dd Your Image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901646-E2D8-59E2-4F6E-820B38B56B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73540" y="-3411"/>
            <a:ext cx="3180223" cy="5143499"/>
          </a:xfrm>
          <a:custGeom>
            <a:avLst/>
            <a:gdLst>
              <a:gd name="connsiteX0" fmla="*/ 0 w 4240297"/>
              <a:gd name="connsiteY0" fmla="*/ 0 h 6857999"/>
              <a:gd name="connsiteX1" fmla="*/ 4240297 w 4240297"/>
              <a:gd name="connsiteY1" fmla="*/ 0 h 6857999"/>
              <a:gd name="connsiteX2" fmla="*/ 4240297 w 4240297"/>
              <a:gd name="connsiteY2" fmla="*/ 6857999 h 6857999"/>
              <a:gd name="connsiteX3" fmla="*/ 4205936 w 4240297"/>
              <a:gd name="connsiteY3" fmla="*/ 6857999 h 6857999"/>
              <a:gd name="connsiteX4" fmla="*/ 806211 w 4240297"/>
              <a:gd name="connsiteY4" fmla="*/ 4854226 h 6857999"/>
              <a:gd name="connsiteX5" fmla="*/ 771753 w 4240297"/>
              <a:gd name="connsiteY5" fmla="*/ 4836229 h 6857999"/>
              <a:gd name="connsiteX6" fmla="*/ 738372 w 4240297"/>
              <a:gd name="connsiteY6" fmla="*/ 4814242 h 6857999"/>
              <a:gd name="connsiteX7" fmla="*/ 725102 w 4240297"/>
              <a:gd name="connsiteY7" fmla="*/ 4806421 h 6857999"/>
              <a:gd name="connsiteX8" fmla="*/ 726498 w 4240297"/>
              <a:gd name="connsiteY8" fmla="*/ 4806421 h 6857999"/>
              <a:gd name="connsiteX9" fmla="*/ 650166 w 4240297"/>
              <a:gd name="connsiteY9" fmla="*/ 4756144 h 6857999"/>
              <a:gd name="connsiteX10" fmla="*/ 0 w 4240297"/>
              <a:gd name="connsiteY10" fmla="*/ 3430368 h 6857999"/>
              <a:gd name="connsiteX11" fmla="*/ 64 w 4240297"/>
              <a:gd name="connsiteY11" fmla="*/ 3429000 h 6857999"/>
              <a:gd name="connsiteX12" fmla="*/ 0 w 4240297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7" h="6857999">
                <a:moveTo>
                  <a:pt x="0" y="0"/>
                </a:moveTo>
                <a:lnTo>
                  <a:pt x="4240297" y="0"/>
                </a:lnTo>
                <a:lnTo>
                  <a:pt x="4240297" y="6857999"/>
                </a:lnTo>
                <a:lnTo>
                  <a:pt x="4205936" y="6857999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28E5CE7-7AAC-F710-2E56-E1F4D4681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27045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gradFill flip="none" rotWithShape="1">
          <a:gsLst>
            <a:gs pos="50000">
              <a:schemeClr val="tx2"/>
            </a:gs>
            <a:gs pos="100000">
              <a:srgbClr val="10037C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A51A147-0561-530C-EE7A-5D96635E2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87475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0D49E17-3829-7707-8E1E-4A4213790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10430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>
            <a:extLst>
              <a:ext uri="{FF2B5EF4-FFF2-40B4-BE49-F238E27FC236}">
                <a16:creationId xmlns:a16="http://schemas.microsoft.com/office/drawing/2014/main" id="{45A62201-6D19-6B53-6FB2-2F0F8F0DD0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A2E15D3-3D72-6A9C-ACAA-26A19EEE5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6CE380E-818B-ECC9-2220-405987399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B1721B3-D41A-3B85-5656-4507E8BD1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845820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E472F6-F4D2-41FC-481A-FFF212477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344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Lar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105D31-7EEF-58CD-0B9F-5F04B369F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09128" y="-3379"/>
            <a:ext cx="4951476" cy="5157216"/>
          </a:xfrm>
          <a:custGeom>
            <a:avLst/>
            <a:gdLst>
              <a:gd name="connsiteX0" fmla="*/ 0 w 6584334"/>
              <a:gd name="connsiteY0" fmla="*/ 0 h 6857999"/>
              <a:gd name="connsiteX1" fmla="*/ 6584334 w 6584334"/>
              <a:gd name="connsiteY1" fmla="*/ 0 h 6857999"/>
              <a:gd name="connsiteX2" fmla="*/ 6584334 w 6584334"/>
              <a:gd name="connsiteY2" fmla="*/ 6857999 h 6857999"/>
              <a:gd name="connsiteX3" fmla="*/ 4560074 w 6584334"/>
              <a:gd name="connsiteY3" fmla="*/ 6857999 h 6857999"/>
              <a:gd name="connsiteX4" fmla="*/ 874094 w 6584334"/>
              <a:gd name="connsiteY4" fmla="*/ 4854226 h 6857999"/>
              <a:gd name="connsiteX5" fmla="*/ 836734 w 6584334"/>
              <a:gd name="connsiteY5" fmla="*/ 4836229 h 6857999"/>
              <a:gd name="connsiteX6" fmla="*/ 800543 w 6584334"/>
              <a:gd name="connsiteY6" fmla="*/ 4814242 h 6857999"/>
              <a:gd name="connsiteX7" fmla="*/ 786155 w 6584334"/>
              <a:gd name="connsiteY7" fmla="*/ 4806421 h 6857999"/>
              <a:gd name="connsiteX8" fmla="*/ 787669 w 6584334"/>
              <a:gd name="connsiteY8" fmla="*/ 4806421 h 6857999"/>
              <a:gd name="connsiteX9" fmla="*/ 704910 w 6584334"/>
              <a:gd name="connsiteY9" fmla="*/ 4756144 h 6857999"/>
              <a:gd name="connsiteX10" fmla="*/ 0 w 6584334"/>
              <a:gd name="connsiteY10" fmla="*/ 3430368 h 6857999"/>
              <a:gd name="connsiteX11" fmla="*/ 69 w 6584334"/>
              <a:gd name="connsiteY11" fmla="*/ 3429000 h 6857999"/>
              <a:gd name="connsiteX12" fmla="*/ 0 w 6584334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4334" h="6857999">
                <a:moveTo>
                  <a:pt x="0" y="0"/>
                </a:moveTo>
                <a:lnTo>
                  <a:pt x="6584334" y="0"/>
                </a:lnTo>
                <a:lnTo>
                  <a:pt x="6584334" y="6857999"/>
                </a:lnTo>
                <a:lnTo>
                  <a:pt x="4560074" y="6857999"/>
                </a:lnTo>
                <a:lnTo>
                  <a:pt x="874094" y="4854226"/>
                </a:lnTo>
                <a:lnTo>
                  <a:pt x="836734" y="4836229"/>
                </a:lnTo>
                <a:lnTo>
                  <a:pt x="800543" y="4814242"/>
                </a:lnTo>
                <a:lnTo>
                  <a:pt x="786155" y="4806421"/>
                </a:lnTo>
                <a:lnTo>
                  <a:pt x="787669" y="4806421"/>
                </a:lnTo>
                <a:lnTo>
                  <a:pt x="704910" y="4756144"/>
                </a:lnTo>
                <a:cubicBezTo>
                  <a:pt x="279618" y="4468823"/>
                  <a:pt x="0" y="3982249"/>
                  <a:pt x="0" y="3430368"/>
                </a:cubicBezTo>
                <a:lnTo>
                  <a:pt x="69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F5FD60-9E17-B77E-1C1A-AE26C61E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562E37-1BD4-014B-1770-57B5C50AF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CDEE4C-4D53-971B-28F3-49DA097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3724604" cy="666914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29D23C8-AE78-AA2F-2EF1-272994A861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3724604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40877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Small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F5FD60-9E17-B77E-1C1A-AE26C61E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562E37-1BD4-014B-1770-57B5C50AF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CDEE4C-4D53-971B-28F3-49DA097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5768490" cy="3345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BF396B-3A98-C290-46A5-02F810DD6A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644" y="-3412"/>
            <a:ext cx="2849113" cy="4963535"/>
          </a:xfrm>
          <a:custGeom>
            <a:avLst/>
            <a:gdLst>
              <a:gd name="connsiteX0" fmla="*/ 0 w 3798817"/>
              <a:gd name="connsiteY0" fmla="*/ 0 h 6618046"/>
              <a:gd name="connsiteX1" fmla="*/ 3798817 w 3798817"/>
              <a:gd name="connsiteY1" fmla="*/ 0 h 6618046"/>
              <a:gd name="connsiteX2" fmla="*/ 3798817 w 3798817"/>
              <a:gd name="connsiteY2" fmla="*/ 6618046 h 6618046"/>
              <a:gd name="connsiteX3" fmla="*/ 806211 w 3798817"/>
              <a:gd name="connsiteY3" fmla="*/ 4854226 h 6618046"/>
              <a:gd name="connsiteX4" fmla="*/ 771753 w 3798817"/>
              <a:gd name="connsiteY4" fmla="*/ 4836229 h 6618046"/>
              <a:gd name="connsiteX5" fmla="*/ 738372 w 3798817"/>
              <a:gd name="connsiteY5" fmla="*/ 4814242 h 6618046"/>
              <a:gd name="connsiteX6" fmla="*/ 725102 w 3798817"/>
              <a:gd name="connsiteY6" fmla="*/ 4806421 h 6618046"/>
              <a:gd name="connsiteX7" fmla="*/ 726498 w 3798817"/>
              <a:gd name="connsiteY7" fmla="*/ 4806421 h 6618046"/>
              <a:gd name="connsiteX8" fmla="*/ 650166 w 3798817"/>
              <a:gd name="connsiteY8" fmla="*/ 4756144 h 6618046"/>
              <a:gd name="connsiteX9" fmla="*/ 0 w 3798817"/>
              <a:gd name="connsiteY9" fmla="*/ 3430368 h 6618046"/>
              <a:gd name="connsiteX10" fmla="*/ 64 w 3798817"/>
              <a:gd name="connsiteY10" fmla="*/ 3429000 h 6618046"/>
              <a:gd name="connsiteX11" fmla="*/ 0 w 3798817"/>
              <a:gd name="connsiteY11" fmla="*/ 3429000 h 661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98817" h="6618046">
                <a:moveTo>
                  <a:pt x="0" y="0"/>
                </a:moveTo>
                <a:lnTo>
                  <a:pt x="3798817" y="0"/>
                </a:lnTo>
                <a:lnTo>
                  <a:pt x="3798817" y="6618046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17166C-1EB0-D57B-6C6C-4351D6D29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72" y="1200150"/>
            <a:ext cx="5763319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5FE29A-A3FC-BBE6-EA91-CB25D8224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292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Lar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939" y="350007"/>
            <a:ext cx="3799517" cy="66691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B5D062-0C3C-9355-6284-2710B3D96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756" y="0"/>
            <a:ext cx="4951476" cy="5157216"/>
          </a:xfrm>
          <a:custGeom>
            <a:avLst/>
            <a:gdLst>
              <a:gd name="connsiteX0" fmla="*/ 0 w 6601968"/>
              <a:gd name="connsiteY0" fmla="*/ 0 h 6876288"/>
              <a:gd name="connsiteX1" fmla="*/ 6601968 w 6601968"/>
              <a:gd name="connsiteY1" fmla="*/ 0 h 6876288"/>
              <a:gd name="connsiteX2" fmla="*/ 6601968 w 6601968"/>
              <a:gd name="connsiteY2" fmla="*/ 3438145 h 6876288"/>
              <a:gd name="connsiteX3" fmla="*/ 6601899 w 6601968"/>
              <a:gd name="connsiteY3" fmla="*/ 3438145 h 6876288"/>
              <a:gd name="connsiteX4" fmla="*/ 6601968 w 6601968"/>
              <a:gd name="connsiteY4" fmla="*/ 3439516 h 6876288"/>
              <a:gd name="connsiteX5" fmla="*/ 5895170 w 6601968"/>
              <a:gd name="connsiteY5" fmla="*/ 4768828 h 6876288"/>
              <a:gd name="connsiteX6" fmla="*/ 5812190 w 6601968"/>
              <a:gd name="connsiteY6" fmla="*/ 4819239 h 6876288"/>
              <a:gd name="connsiteX7" fmla="*/ 5813708 w 6601968"/>
              <a:gd name="connsiteY7" fmla="*/ 4819239 h 6876288"/>
              <a:gd name="connsiteX8" fmla="*/ 5799281 w 6601968"/>
              <a:gd name="connsiteY8" fmla="*/ 4827081 h 6876288"/>
              <a:gd name="connsiteX9" fmla="*/ 5762993 w 6601968"/>
              <a:gd name="connsiteY9" fmla="*/ 4849127 h 6876288"/>
              <a:gd name="connsiteX10" fmla="*/ 5725533 w 6601968"/>
              <a:gd name="connsiteY10" fmla="*/ 4867172 h 6876288"/>
              <a:gd name="connsiteX11" fmla="*/ 2029682 w 6601968"/>
              <a:gd name="connsiteY11" fmla="*/ 6876288 h 6876288"/>
              <a:gd name="connsiteX12" fmla="*/ 0 w 6601968"/>
              <a:gd name="connsiteY12" fmla="*/ 6876288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1968" h="6876288">
                <a:moveTo>
                  <a:pt x="0" y="0"/>
                </a:moveTo>
                <a:lnTo>
                  <a:pt x="6601968" y="0"/>
                </a:lnTo>
                <a:lnTo>
                  <a:pt x="6601968" y="3438145"/>
                </a:lnTo>
                <a:lnTo>
                  <a:pt x="6601899" y="3438145"/>
                </a:lnTo>
                <a:lnTo>
                  <a:pt x="6601968" y="3439516"/>
                </a:lnTo>
                <a:cubicBezTo>
                  <a:pt x="6601968" y="3992869"/>
                  <a:pt x="6321601" y="4480741"/>
                  <a:pt x="5895170" y="4768828"/>
                </a:cubicBezTo>
                <a:lnTo>
                  <a:pt x="5812190" y="4819239"/>
                </a:lnTo>
                <a:lnTo>
                  <a:pt x="5813708" y="4819239"/>
                </a:lnTo>
                <a:lnTo>
                  <a:pt x="5799281" y="4827081"/>
                </a:lnTo>
                <a:lnTo>
                  <a:pt x="5762993" y="4849127"/>
                </a:lnTo>
                <a:lnTo>
                  <a:pt x="5725533" y="4867172"/>
                </a:lnTo>
                <a:lnTo>
                  <a:pt x="2029682" y="6876288"/>
                </a:lnTo>
                <a:lnTo>
                  <a:pt x="0" y="68762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vert="horz" wrap="square" lIns="0" tIns="0" rIns="0" bIns="548640" rtlCol="0" anchor="ctr">
            <a:noAutofit/>
          </a:bodyPr>
          <a:lstStyle>
            <a:lvl1pPr marL="34290" indent="0" algn="ctr" defTabSz="685800" rtl="0" eaLnBrk="1" latinLnBrk="0" hangingPunct="1">
              <a:lnSpc>
                <a:spcPct val="100000"/>
              </a:lnSpc>
              <a:spcBef>
                <a:spcPts val="135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35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3429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9FDC43E-6E1A-1AF1-B31A-725ACF130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7795" y="1200150"/>
            <a:ext cx="3806660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97A581-D528-7604-9E52-8F957911C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920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Small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880" y="350007"/>
            <a:ext cx="5903576" cy="33451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24DD56-B193-BE5E-77C3-DF1119C51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16DBD9-83C5-7764-85A1-5548CB05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F9B0292-5027-01E0-9673-CAEE53704A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133" y="-6755"/>
            <a:ext cx="2859247" cy="4847374"/>
          </a:xfrm>
          <a:custGeom>
            <a:avLst/>
            <a:gdLst>
              <a:gd name="connsiteX0" fmla="*/ 0 w 3812329"/>
              <a:gd name="connsiteY0" fmla="*/ 0 h 6463165"/>
              <a:gd name="connsiteX1" fmla="*/ 3812329 w 3812329"/>
              <a:gd name="connsiteY1" fmla="*/ 0 h 6463165"/>
              <a:gd name="connsiteX2" fmla="*/ 3812329 w 3812329"/>
              <a:gd name="connsiteY2" fmla="*/ 3438145 h 6463165"/>
              <a:gd name="connsiteX3" fmla="*/ 3812260 w 3812329"/>
              <a:gd name="connsiteY3" fmla="*/ 3438145 h 6463165"/>
              <a:gd name="connsiteX4" fmla="*/ 3812329 w 3812329"/>
              <a:gd name="connsiteY4" fmla="*/ 3439516 h 6463165"/>
              <a:gd name="connsiteX5" fmla="*/ 3105531 w 3812329"/>
              <a:gd name="connsiteY5" fmla="*/ 4768828 h 6463165"/>
              <a:gd name="connsiteX6" fmla="*/ 3022551 w 3812329"/>
              <a:gd name="connsiteY6" fmla="*/ 4819239 h 6463165"/>
              <a:gd name="connsiteX7" fmla="*/ 3024069 w 3812329"/>
              <a:gd name="connsiteY7" fmla="*/ 4819239 h 6463165"/>
              <a:gd name="connsiteX8" fmla="*/ 3009642 w 3812329"/>
              <a:gd name="connsiteY8" fmla="*/ 4827081 h 6463165"/>
              <a:gd name="connsiteX9" fmla="*/ 2973354 w 3812329"/>
              <a:gd name="connsiteY9" fmla="*/ 4849127 h 6463165"/>
              <a:gd name="connsiteX10" fmla="*/ 2935894 w 3812329"/>
              <a:gd name="connsiteY10" fmla="*/ 4867172 h 6463165"/>
              <a:gd name="connsiteX11" fmla="*/ 0 w 3812329"/>
              <a:gd name="connsiteY11" fmla="*/ 6463165 h 646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12329" h="6463165">
                <a:moveTo>
                  <a:pt x="0" y="0"/>
                </a:moveTo>
                <a:lnTo>
                  <a:pt x="3812329" y="0"/>
                </a:lnTo>
                <a:lnTo>
                  <a:pt x="3812329" y="3438145"/>
                </a:lnTo>
                <a:lnTo>
                  <a:pt x="3812260" y="3438145"/>
                </a:lnTo>
                <a:lnTo>
                  <a:pt x="3812329" y="3439516"/>
                </a:lnTo>
                <a:cubicBezTo>
                  <a:pt x="3812329" y="3992869"/>
                  <a:pt x="3531962" y="4480741"/>
                  <a:pt x="3105531" y="4768828"/>
                </a:cubicBezTo>
                <a:lnTo>
                  <a:pt x="3022551" y="4819239"/>
                </a:lnTo>
                <a:lnTo>
                  <a:pt x="3024069" y="4819239"/>
                </a:lnTo>
                <a:lnTo>
                  <a:pt x="3009642" y="4827081"/>
                </a:lnTo>
                <a:lnTo>
                  <a:pt x="2973354" y="4849127"/>
                </a:lnTo>
                <a:lnTo>
                  <a:pt x="2935894" y="4867172"/>
                </a:lnTo>
                <a:lnTo>
                  <a:pt x="0" y="64631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6945662-09B0-EAE0-DE38-875FE4560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0880" y="1200150"/>
            <a:ext cx="5903576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AF979F-9B80-5787-0DEC-DFEB27FFE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738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975AC-12EF-9C4F-5848-9E0CC61AA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095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s and Photo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86A7A2-31AA-A826-14E9-1F0D5C6AA8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0305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61F3B5-B159-403B-26DE-F8463A0C1F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5743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3DA7183-3A86-0023-8548-AADBEAF5BE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11182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46BE9C-2B28-B14A-DFF9-C27670016C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56620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016E5A-F518-E463-AA5F-B111299EB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912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7AEBF-1268-8B32-E22C-EA07DD1CC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29D5C9-BDE0-1661-42B9-D18B74CF6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06BD8F-F896-9D14-A8AF-531DDCA6F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D0FD3-E6F9-D9C0-E3C7-77CE228FF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659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A41F43-C172-987E-B6FB-49586B88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278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301952-7875-E974-88DC-05BC4E231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82FC06-65C5-C3AE-3F79-04CDB10E2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840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4B94FA-4156-ABE1-D825-A79F717BB1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12ACB5-9768-E2DE-9A5C-581EE3925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462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2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31018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9460920-1EA2-0EB7-5238-66FBB7C0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DB3BD0E-CF3E-F51E-6109-3C6B2CA8E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B798B31-05CB-5AE1-7664-041E60B0A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2071F32-49DB-B3CE-B5A2-5DC12EB13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046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F9EE085-F9B7-F73E-D6C9-725B70772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DACCCA8-478F-16C6-2E53-EEFADBFC8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21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F9EE085-F9B7-F73E-D6C9-725B70772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CCD947-1AC0-6DF3-35A8-66F277338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155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6A87-81B5-64C8-9703-DFFC9BB7B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EED7E77-8404-B77D-F5CE-3814253FB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F9BC80-D743-CB74-F260-AAFD0B1907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05113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D7E8D9-0941-556A-AF97-01E2A4A49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2539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D0D511F-3C84-BE94-B677-F4B366F0EC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8027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F460AE6-0038-4814-98AC-0522C0C68F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05113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FFAFF50-A9D1-98C0-76A5-3B0A583389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2539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B23E5E4-BA4A-368C-65B0-85BAB18A7B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8027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F628DB2-6F21-8074-B54E-43E248ABAC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05113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B5C2DF-05D9-765B-8B58-72ED282EA4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2540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1599E797-0DED-57E2-3231-A2B165D055C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03624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FF0F84C-AAE6-A813-1E26-CDCF133E38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05113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B3C070B6-C4E2-BEBA-F9FF-63CD0BFDF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52540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F7A6E256-7B17-BB72-88C1-111CFB5192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03624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60BCC9-69BB-9B86-8C30-B5B790F2C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307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Dark">
    <p:bg>
      <p:bgPr>
        <a:gradFill flip="none" rotWithShape="1">
          <a:gsLst>
            <a:gs pos="0">
              <a:schemeClr val="tx1"/>
            </a:gs>
            <a:gs pos="87000">
              <a:srgbClr val="01194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E3EE30E-5CCA-CDB1-8748-DBF735C0A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B679B0E-2D51-708F-7307-EE6B54D04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D8149D17-1FDD-279D-46FD-9B8E31FA16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0264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4C11674-BBF6-F5DA-7EC6-9943383AF3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06808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EB175DA0-234F-0FFA-4CB7-1A05A1857F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20801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E76998A8-604C-E0C7-B968-06AD57ACC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34801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FE3E68CA-A050-67CB-BBA6-B15831D56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48794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9A3DB42-306E-F996-3DAD-D19C3506D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EA25632-46FA-5687-F84F-9F4D1D48B5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06808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70D5DB0-C58F-5B6E-45D3-25246CCE0D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28258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AE1EBB8-7A17-D817-6791-07EDFB3E9B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34801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2A841459-966D-786B-97FC-85BF9D70D1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48794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A113765-B380-B5DC-CA33-4EE4052F7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677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Boxes - Dark">
    <p:bg>
      <p:bgPr>
        <a:gradFill flip="none" rotWithShape="1">
          <a:gsLst>
            <a:gs pos="0">
              <a:schemeClr val="tx1"/>
            </a:gs>
            <a:gs pos="100000">
              <a:srgbClr val="01194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48792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63295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77798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33348" y="1595463"/>
            <a:ext cx="192117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9202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65CD29C-0978-0EEE-2176-EBF84B9A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8420" y="1595463"/>
            <a:ext cx="1926484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4379AB0-3487-B365-098B-787C9CB47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496" y="1595463"/>
            <a:ext cx="192567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0A669D3-A1BA-506C-C25A-95BED032B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03AB805-16C9-7F24-B8AD-3BD827E40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E1078C9-3137-3782-9652-7E9269EA6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FECCC06-262D-3988-7178-6CFA139AD51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348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08F657-ED7A-8434-FAC9-5979613304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80495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C06036C-AADC-FCF6-D250-67F5548C91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28419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D15648E-7592-19E3-2A9A-9EB627C66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402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9B336A-67C0-DB28-9CA9-34F1FE70E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3FED8-2524-14E4-C8FD-BA5B69740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3217544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6092190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E40D46B-C74E-76C3-1B3C-4805FD9991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72663" y="1595463"/>
            <a:ext cx="260731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773AE7D4-0265-49FF-BBC3-EE913115B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26060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31F11588-ACDE-905E-3D08-E556EDAD54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6160" y="1595463"/>
            <a:ext cx="261341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E76D8EA-DA7B-7E92-3246-E0E5A9C7C6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B0BFC43-FF1B-02FE-6093-5016E7B4E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72662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CCCD3AD-95A1-4E45-3FE6-57CA7C04EF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46159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27E54AF-DD39-578A-5731-579F5BF69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350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4652010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1762" y="2780496"/>
            <a:ext cx="402677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414" y="2780496"/>
            <a:ext cx="403484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3FFBD2E-1933-89C8-3F4D-F8165FD70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01388C-5008-3331-C983-CBAA51A7B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79BBD389-8D30-45FE-F582-CBCBEAAE86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1762" y="1595463"/>
            <a:ext cx="403681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04EAACC-428A-372A-0221-BB5FFD9906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6762" y="1595463"/>
            <a:ext cx="403484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0C79DD-4611-E472-094B-A7C5C7F5C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427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74CE18A-BB9E-B0C9-6773-4A34424BA5EF}"/>
              </a:ext>
            </a:extLst>
          </p:cNvPr>
          <p:cNvGrpSpPr/>
          <p:nvPr/>
        </p:nvGrpSpPr>
        <p:grpSpPr>
          <a:xfrm>
            <a:off x="342899" y="825354"/>
            <a:ext cx="8462886" cy="3897545"/>
            <a:chOff x="457199" y="1100471"/>
            <a:chExt cx="11283848" cy="5510429"/>
          </a:xfrm>
        </p:grpSpPr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EE909EF3-1270-87AC-1847-5559277C1109}"/>
                </a:ext>
              </a:extLst>
            </p:cNvPr>
            <p:cNvSpPr/>
            <p:nvPr/>
          </p:nvSpPr>
          <p:spPr>
            <a:xfrm>
              <a:off x="457199" y="1100471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2">
              <a:extLst>
                <a:ext uri="{FF2B5EF4-FFF2-40B4-BE49-F238E27FC236}">
                  <a16:creationId xmlns:a16="http://schemas.microsoft.com/office/drawing/2014/main" id="{225377C4-8991-D9F5-C252-278448BFE05E}"/>
                </a:ext>
              </a:extLst>
            </p:cNvPr>
            <p:cNvSpPr/>
            <p:nvPr/>
          </p:nvSpPr>
          <p:spPr>
            <a:xfrm>
              <a:off x="457199" y="2507243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Rounded Rectangle 2">
              <a:extLst>
                <a:ext uri="{FF2B5EF4-FFF2-40B4-BE49-F238E27FC236}">
                  <a16:creationId xmlns:a16="http://schemas.microsoft.com/office/drawing/2014/main" id="{8AF6D432-B627-261A-8107-51B4E11D789F}"/>
                </a:ext>
              </a:extLst>
            </p:cNvPr>
            <p:cNvSpPr/>
            <p:nvPr/>
          </p:nvSpPr>
          <p:spPr>
            <a:xfrm>
              <a:off x="457199" y="3914015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3EF414B-B76F-1C09-2D40-0178E50862A7}"/>
                </a:ext>
              </a:extLst>
            </p:cNvPr>
            <p:cNvSpPr/>
            <p:nvPr/>
          </p:nvSpPr>
          <p:spPr>
            <a:xfrm>
              <a:off x="457199" y="5320788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802211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878637"/>
            <a:ext cx="2318672" cy="787978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887472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E9EC3AA-7AC4-5BFC-75A4-4CFB0F51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1E74C3-2DBE-80D8-8326-7BA8C0BD1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B3BEA-9B3A-C108-35DD-D0B9F1E650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580" y="3879568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02DD874-B085-AAE0-DBDC-9209B66723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873297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356AD9E-9C43-2D3D-F48A-F0060679EA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1878637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716768C-AE2E-6B15-AC8E-A70F3C7180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2" y="2870835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06A68AE-DB44-677D-7A12-6BE7AFD499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14012" y="3876176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AD2A7F4-0620-A78E-D267-A3D82177F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63829"/>
      </p:ext>
    </p:extLst>
  </p:cSld>
  <p:clrMapOvr>
    <a:masterClrMapping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3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167159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2211196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3508966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3553002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E9EC3AA-7AC4-5BFC-75A4-4CFB0F51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1E74C3-2DBE-80D8-8326-7BA8C0BD1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51E46E7-000F-6874-DB60-40FA21C189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873296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1ED448D-92F8-4A65-049F-54E6AA3BD2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2217230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9A82A07-9D03-34F6-895F-7127EF4E36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2" y="3556908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9FA6AF-E3C2-3E06-9FD3-3AD1A541B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49865"/>
      </p:ext>
    </p:extLst>
  </p:cSld>
  <p:clrMapOvr>
    <a:masterClrMapping/>
  </p:clrMapOvr>
  <p:hf hd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916679"/>
            <a:ext cx="8462886" cy="1759442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857177"/>
            <a:ext cx="8462886" cy="1759442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5BACBC6-C45C-1E6C-95F0-D4F85F9BF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4A7BF5A-AA57-0EF3-780F-2F954402D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50EC587-8D3D-5094-E00D-4B3C3878EB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960714"/>
            <a:ext cx="5587409" cy="1621765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BD98B8B-5EC1-8BC0-03D7-68D7E8AF32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2931169"/>
            <a:ext cx="5587409" cy="1621765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AC057AD-6831-48C5-02F6-C4F2E3AE86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011639"/>
            <a:ext cx="2318672" cy="159048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D7B9C2D-3280-114E-DDAA-6139EFA42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931169"/>
            <a:ext cx="2318672" cy="159048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A092A4C-7036-A139-ACFA-24179950B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95467"/>
      </p:ext>
    </p:extLst>
  </p:cSld>
  <p:clrMapOvr>
    <a:masterClrMapping/>
  </p:clrMapOvr>
  <p:hf hd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0A2CBB73-988A-3A65-AFCB-3551DF97E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8116" y="2332435"/>
            <a:ext cx="5007769" cy="4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02817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 with Taglin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C40939-ACE1-BF14-64B1-7309CF7AE4E8}"/>
              </a:ext>
            </a:extLst>
          </p:cNvPr>
          <p:cNvGrpSpPr/>
          <p:nvPr/>
        </p:nvGrpSpPr>
        <p:grpSpPr>
          <a:xfrm>
            <a:off x="2068116" y="2172957"/>
            <a:ext cx="5007769" cy="797588"/>
            <a:chOff x="2757487" y="2897275"/>
            <a:chExt cx="6677025" cy="106345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174AB75-03C1-56B7-B1E7-2DD31A31BC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72841" y="3736289"/>
              <a:ext cx="4658779" cy="224437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995616A-2662-2461-92DC-2C3BC8B317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7487" y="2897275"/>
              <a:ext cx="6677025" cy="632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3626037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List Right - Imag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5769E4-FD0B-FFF6-FAB1-3C3C62EEE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7738E1-6FF2-FBAF-BA37-4CB57523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275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302384-0A45-5DB1-03D8-A4F37827D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8398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95C106-C97D-76BB-0A93-DA5D562E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FA1E20-86B1-A89B-8A8D-D3184982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22F506B-8F58-8B75-CD39-97EA8C53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2022" y="1595463"/>
            <a:ext cx="152784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02E0BB3-C690-9FFC-D288-DFB02961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52710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7F464B8-F7AA-8382-0F07-6EFD4D14D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9605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E5EF2FB-8701-86C0-77AE-9BFE44E4A8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5806" y="1595463"/>
            <a:ext cx="1531423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D2349843-3369-4CA5-F65E-FE4FB6016F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26017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7E4F4AC2-B7CB-B1AB-E4D9-17D6BFE51B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97216" y="2780496"/>
            <a:ext cx="152265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8D79DC3-CD30-3B43-7D1E-3E2FF9130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99A665E-2203-069B-F272-D9FE5341B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3679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D0EB984-1B8F-B3E7-BCE9-E301E20823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28121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03FF109-EEFE-032F-B517-A0857DB58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4533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CC7D50-9A44-CC63-0D05-EFFF87697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416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Light">
    <p:bg>
      <p:bgPr>
        <a:solidFill>
          <a:srgbClr val="F8F8FA">
            <a:alpha val="6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D6DBC-C846-C808-EDB1-4FB06DB31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28FE79-B118-641B-770B-DC77DEF8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ECF379-3BE3-EAD4-A93F-1D931543A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2578" y="1400328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2B52FDB6-7F78-DE0E-4B9B-AD72A7A7A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04669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92335C2-9FD7-7CBE-2518-BAF97DEF6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9587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7FB5EEF9-C7FF-599B-7042-522CBAD30C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52578" y="3660096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FDF4731-3155-3F8B-FE52-32F8449E3F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04669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3A88FE90-3633-2191-C3BE-674A37F84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99587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7ADA164-44F9-F404-735E-82EFF0B3F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2578" y="341724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D1A9BAB-C905-0C39-7A4B-829DA077E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4668" y="341724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AC790A8-1BB0-CBED-0576-8CBAF0638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99587" y="341724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2B94BBC-3615-F07C-2873-B784721856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52578" y="2602157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46047C5-6D7A-1D31-8034-0E1FF6D56A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4668" y="2602157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EDA337F3-F90A-A4CA-F813-5825DEBEED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99587" y="2602157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C3AADA1-B781-76BF-08BD-96D10A88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479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13802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1">
    <p:bg>
      <p:bgPr>
        <a:gradFill flip="none" rotWithShape="1">
          <a:gsLst>
            <a:gs pos="0">
              <a:schemeClr val="accent5"/>
            </a:gs>
            <a:gs pos="99580">
              <a:srgbClr val="10037D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BCF728-DC08-0D53-99F4-D9BC8709685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2E5A996-950F-3207-8080-2C1A47BE0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74467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2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A07C93-2898-DE3B-6BD9-A5F1E3BB0251}"/>
              </a:ext>
            </a:extLst>
          </p:cNvPr>
          <p:cNvSpPr/>
          <p:nvPr/>
        </p:nvSpPr>
        <p:spPr>
          <a:xfrm>
            <a:off x="5970128" y="1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127A34-C1BA-2EB9-7A58-73A73A859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09329"/>
      </p:ext>
    </p:extLst>
  </p:cSld>
  <p:clrMapOvr>
    <a:masterClrMapping/>
  </p:clrMapOvr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54D3B5-A78B-8819-04AC-654592DFD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1AF999A-B6EF-E80F-6D3B-B80E7F99D273}"/>
              </a:ext>
            </a:extLst>
          </p:cNvPr>
          <p:cNvSpPr/>
          <p:nvPr userDrawn="1"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E970961-7F38-8C2A-43FC-0B0E832DAF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00030"/>
      </p:ext>
    </p:extLst>
  </p:cSld>
  <p:clrMapOvr>
    <a:masterClrMapping/>
  </p:clrMapOvr>
  <p:hf sldNum="0"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4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07B3BE-D795-2D18-739D-40BC5E77A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99128"/>
      </p:ext>
    </p:extLst>
  </p:cSld>
  <p:clrMapOvr>
    <a:masterClrMapping/>
  </p:clrMapOvr>
  <p:hf sldNum="0"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dd Your Image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901646-E2D8-59E2-4F6E-820B38B56B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73540" y="-3411"/>
            <a:ext cx="3180223" cy="5143499"/>
          </a:xfrm>
          <a:custGeom>
            <a:avLst/>
            <a:gdLst>
              <a:gd name="connsiteX0" fmla="*/ 0 w 4240297"/>
              <a:gd name="connsiteY0" fmla="*/ 0 h 6857999"/>
              <a:gd name="connsiteX1" fmla="*/ 4240297 w 4240297"/>
              <a:gd name="connsiteY1" fmla="*/ 0 h 6857999"/>
              <a:gd name="connsiteX2" fmla="*/ 4240297 w 4240297"/>
              <a:gd name="connsiteY2" fmla="*/ 6857999 h 6857999"/>
              <a:gd name="connsiteX3" fmla="*/ 4205936 w 4240297"/>
              <a:gd name="connsiteY3" fmla="*/ 6857999 h 6857999"/>
              <a:gd name="connsiteX4" fmla="*/ 806211 w 4240297"/>
              <a:gd name="connsiteY4" fmla="*/ 4854226 h 6857999"/>
              <a:gd name="connsiteX5" fmla="*/ 771753 w 4240297"/>
              <a:gd name="connsiteY5" fmla="*/ 4836229 h 6857999"/>
              <a:gd name="connsiteX6" fmla="*/ 738372 w 4240297"/>
              <a:gd name="connsiteY6" fmla="*/ 4814242 h 6857999"/>
              <a:gd name="connsiteX7" fmla="*/ 725102 w 4240297"/>
              <a:gd name="connsiteY7" fmla="*/ 4806421 h 6857999"/>
              <a:gd name="connsiteX8" fmla="*/ 726498 w 4240297"/>
              <a:gd name="connsiteY8" fmla="*/ 4806421 h 6857999"/>
              <a:gd name="connsiteX9" fmla="*/ 650166 w 4240297"/>
              <a:gd name="connsiteY9" fmla="*/ 4756144 h 6857999"/>
              <a:gd name="connsiteX10" fmla="*/ 0 w 4240297"/>
              <a:gd name="connsiteY10" fmla="*/ 3430368 h 6857999"/>
              <a:gd name="connsiteX11" fmla="*/ 64 w 4240297"/>
              <a:gd name="connsiteY11" fmla="*/ 3429000 h 6857999"/>
              <a:gd name="connsiteX12" fmla="*/ 0 w 4240297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7" h="6857999">
                <a:moveTo>
                  <a:pt x="0" y="0"/>
                </a:moveTo>
                <a:lnTo>
                  <a:pt x="4240297" y="0"/>
                </a:lnTo>
                <a:lnTo>
                  <a:pt x="4240297" y="6857999"/>
                </a:lnTo>
                <a:lnTo>
                  <a:pt x="4205936" y="6857999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B477097-F737-55A1-7753-80463BFB5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14198"/>
      </p:ext>
    </p:extLst>
  </p:cSld>
  <p:clrMapOvr>
    <a:masterClrMapping/>
  </p:clrMapOvr>
  <p:hf sldNum="0"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gradFill flip="none" rotWithShape="1">
          <a:gsLst>
            <a:gs pos="50000">
              <a:schemeClr val="tx2"/>
            </a:gs>
            <a:gs pos="100000">
              <a:srgbClr val="10037C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A60FC-B4B9-6C77-F18E-DC1AC957D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87997"/>
      </p:ext>
    </p:extLst>
  </p:cSld>
  <p:clrMapOvr>
    <a:masterClrMapping/>
  </p:clrMapOvr>
  <p:hf sldNum="0"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2F2700-9EFE-9D3A-578D-7E3567765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59678"/>
      </p:ext>
    </p:extLst>
  </p:cSld>
  <p:clrMapOvr>
    <a:masterClrMapping/>
  </p:clrMapOvr>
  <p:hf sldNum="0"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9F2A77-9BE4-F3B1-6206-1475D5C86F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8458201" cy="3526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1FF721A-1B21-4DCC-56F6-88E02ED45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89538"/>
      </p:ext>
    </p:extLst>
  </p:cSld>
  <p:clrMapOvr>
    <a:masterClrMapping/>
  </p:clrMapOvr>
  <p:hf sldNum="0"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Lar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105D31-7EEF-58CD-0B9F-5F04B369F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12506" y="-6757"/>
            <a:ext cx="4951476" cy="5157216"/>
          </a:xfrm>
          <a:custGeom>
            <a:avLst/>
            <a:gdLst>
              <a:gd name="connsiteX0" fmla="*/ 0 w 6584334"/>
              <a:gd name="connsiteY0" fmla="*/ 0 h 6857999"/>
              <a:gd name="connsiteX1" fmla="*/ 6584334 w 6584334"/>
              <a:gd name="connsiteY1" fmla="*/ 0 h 6857999"/>
              <a:gd name="connsiteX2" fmla="*/ 6584334 w 6584334"/>
              <a:gd name="connsiteY2" fmla="*/ 6857999 h 6857999"/>
              <a:gd name="connsiteX3" fmla="*/ 4560074 w 6584334"/>
              <a:gd name="connsiteY3" fmla="*/ 6857999 h 6857999"/>
              <a:gd name="connsiteX4" fmla="*/ 874094 w 6584334"/>
              <a:gd name="connsiteY4" fmla="*/ 4854226 h 6857999"/>
              <a:gd name="connsiteX5" fmla="*/ 836734 w 6584334"/>
              <a:gd name="connsiteY5" fmla="*/ 4836229 h 6857999"/>
              <a:gd name="connsiteX6" fmla="*/ 800543 w 6584334"/>
              <a:gd name="connsiteY6" fmla="*/ 4814242 h 6857999"/>
              <a:gd name="connsiteX7" fmla="*/ 786155 w 6584334"/>
              <a:gd name="connsiteY7" fmla="*/ 4806421 h 6857999"/>
              <a:gd name="connsiteX8" fmla="*/ 787669 w 6584334"/>
              <a:gd name="connsiteY8" fmla="*/ 4806421 h 6857999"/>
              <a:gd name="connsiteX9" fmla="*/ 704910 w 6584334"/>
              <a:gd name="connsiteY9" fmla="*/ 4756144 h 6857999"/>
              <a:gd name="connsiteX10" fmla="*/ 0 w 6584334"/>
              <a:gd name="connsiteY10" fmla="*/ 3430368 h 6857999"/>
              <a:gd name="connsiteX11" fmla="*/ 69 w 6584334"/>
              <a:gd name="connsiteY11" fmla="*/ 3429000 h 6857999"/>
              <a:gd name="connsiteX12" fmla="*/ 0 w 6584334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4334" h="6857999">
                <a:moveTo>
                  <a:pt x="0" y="0"/>
                </a:moveTo>
                <a:lnTo>
                  <a:pt x="6584334" y="0"/>
                </a:lnTo>
                <a:lnTo>
                  <a:pt x="6584334" y="6857999"/>
                </a:lnTo>
                <a:lnTo>
                  <a:pt x="4560074" y="6857999"/>
                </a:lnTo>
                <a:lnTo>
                  <a:pt x="874094" y="4854226"/>
                </a:lnTo>
                <a:lnTo>
                  <a:pt x="836734" y="4836229"/>
                </a:lnTo>
                <a:lnTo>
                  <a:pt x="800543" y="4814242"/>
                </a:lnTo>
                <a:lnTo>
                  <a:pt x="786155" y="4806421"/>
                </a:lnTo>
                <a:lnTo>
                  <a:pt x="787669" y="4806421"/>
                </a:lnTo>
                <a:lnTo>
                  <a:pt x="704910" y="4756144"/>
                </a:lnTo>
                <a:cubicBezTo>
                  <a:pt x="279618" y="4468823"/>
                  <a:pt x="0" y="3982249"/>
                  <a:pt x="0" y="3430368"/>
                </a:cubicBezTo>
                <a:lnTo>
                  <a:pt x="69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9376C9-E3DE-E4DA-B527-C2B70CBC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3AEC8-0803-D4C1-7D52-0E6D68423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B49A168C-1EC2-CB61-DB1B-FFC47318D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3744874" cy="334515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16DB7-DC6F-AF54-98CF-09B519983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00151"/>
            <a:ext cx="3744516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2616020"/>
      </p:ext>
    </p:extLst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Small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9376C9-E3DE-E4DA-B527-C2B70CBC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E3AEC8-0803-D4C1-7D52-0E6D68423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B49A168C-1EC2-CB61-DB1B-FFC47318D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5778625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B4BDC39-EC0B-795E-818D-54DC0C575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644" y="-3412"/>
            <a:ext cx="2849113" cy="4963535"/>
          </a:xfrm>
          <a:custGeom>
            <a:avLst/>
            <a:gdLst>
              <a:gd name="connsiteX0" fmla="*/ 0 w 3798817"/>
              <a:gd name="connsiteY0" fmla="*/ 0 h 6618046"/>
              <a:gd name="connsiteX1" fmla="*/ 3798817 w 3798817"/>
              <a:gd name="connsiteY1" fmla="*/ 0 h 6618046"/>
              <a:gd name="connsiteX2" fmla="*/ 3798817 w 3798817"/>
              <a:gd name="connsiteY2" fmla="*/ 6618046 h 6618046"/>
              <a:gd name="connsiteX3" fmla="*/ 806211 w 3798817"/>
              <a:gd name="connsiteY3" fmla="*/ 4854226 h 6618046"/>
              <a:gd name="connsiteX4" fmla="*/ 771753 w 3798817"/>
              <a:gd name="connsiteY4" fmla="*/ 4836229 h 6618046"/>
              <a:gd name="connsiteX5" fmla="*/ 738372 w 3798817"/>
              <a:gd name="connsiteY5" fmla="*/ 4814242 h 6618046"/>
              <a:gd name="connsiteX6" fmla="*/ 725102 w 3798817"/>
              <a:gd name="connsiteY6" fmla="*/ 4806421 h 6618046"/>
              <a:gd name="connsiteX7" fmla="*/ 726498 w 3798817"/>
              <a:gd name="connsiteY7" fmla="*/ 4806421 h 6618046"/>
              <a:gd name="connsiteX8" fmla="*/ 650166 w 3798817"/>
              <a:gd name="connsiteY8" fmla="*/ 4756144 h 6618046"/>
              <a:gd name="connsiteX9" fmla="*/ 0 w 3798817"/>
              <a:gd name="connsiteY9" fmla="*/ 3430368 h 6618046"/>
              <a:gd name="connsiteX10" fmla="*/ 64 w 3798817"/>
              <a:gd name="connsiteY10" fmla="*/ 3429000 h 6618046"/>
              <a:gd name="connsiteX11" fmla="*/ 0 w 3798817"/>
              <a:gd name="connsiteY11" fmla="*/ 3429000 h 661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98817" h="6618046">
                <a:moveTo>
                  <a:pt x="0" y="0"/>
                </a:moveTo>
                <a:lnTo>
                  <a:pt x="3798817" y="0"/>
                </a:lnTo>
                <a:lnTo>
                  <a:pt x="3798817" y="6618046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127BAE-B773-9CE4-CBB4-DC6488CCA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793" y="1200151"/>
            <a:ext cx="5785732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7F9CD6-9F85-30E1-3524-C0D9CF1C1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10100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Lar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CA312D7-A283-8E90-143B-657FFDD4A8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756" y="0"/>
            <a:ext cx="4951476" cy="5157216"/>
          </a:xfrm>
          <a:custGeom>
            <a:avLst/>
            <a:gdLst>
              <a:gd name="connsiteX0" fmla="*/ 0 w 6601968"/>
              <a:gd name="connsiteY0" fmla="*/ 0 h 6876288"/>
              <a:gd name="connsiteX1" fmla="*/ 6601968 w 6601968"/>
              <a:gd name="connsiteY1" fmla="*/ 0 h 6876288"/>
              <a:gd name="connsiteX2" fmla="*/ 6601968 w 6601968"/>
              <a:gd name="connsiteY2" fmla="*/ 3438145 h 6876288"/>
              <a:gd name="connsiteX3" fmla="*/ 6601899 w 6601968"/>
              <a:gd name="connsiteY3" fmla="*/ 3438145 h 6876288"/>
              <a:gd name="connsiteX4" fmla="*/ 6601968 w 6601968"/>
              <a:gd name="connsiteY4" fmla="*/ 3439516 h 6876288"/>
              <a:gd name="connsiteX5" fmla="*/ 5895170 w 6601968"/>
              <a:gd name="connsiteY5" fmla="*/ 4768828 h 6876288"/>
              <a:gd name="connsiteX6" fmla="*/ 5812190 w 6601968"/>
              <a:gd name="connsiteY6" fmla="*/ 4819239 h 6876288"/>
              <a:gd name="connsiteX7" fmla="*/ 5813708 w 6601968"/>
              <a:gd name="connsiteY7" fmla="*/ 4819239 h 6876288"/>
              <a:gd name="connsiteX8" fmla="*/ 5799281 w 6601968"/>
              <a:gd name="connsiteY8" fmla="*/ 4827081 h 6876288"/>
              <a:gd name="connsiteX9" fmla="*/ 5762993 w 6601968"/>
              <a:gd name="connsiteY9" fmla="*/ 4849127 h 6876288"/>
              <a:gd name="connsiteX10" fmla="*/ 5725533 w 6601968"/>
              <a:gd name="connsiteY10" fmla="*/ 4867172 h 6876288"/>
              <a:gd name="connsiteX11" fmla="*/ 2029682 w 6601968"/>
              <a:gd name="connsiteY11" fmla="*/ 6876288 h 6876288"/>
              <a:gd name="connsiteX12" fmla="*/ 0 w 6601968"/>
              <a:gd name="connsiteY12" fmla="*/ 6876288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1968" h="6876288">
                <a:moveTo>
                  <a:pt x="0" y="0"/>
                </a:moveTo>
                <a:lnTo>
                  <a:pt x="6601968" y="0"/>
                </a:lnTo>
                <a:lnTo>
                  <a:pt x="6601968" y="3438145"/>
                </a:lnTo>
                <a:lnTo>
                  <a:pt x="6601899" y="3438145"/>
                </a:lnTo>
                <a:lnTo>
                  <a:pt x="6601968" y="3439516"/>
                </a:lnTo>
                <a:cubicBezTo>
                  <a:pt x="6601968" y="3992869"/>
                  <a:pt x="6321601" y="4480741"/>
                  <a:pt x="5895170" y="4768828"/>
                </a:cubicBezTo>
                <a:lnTo>
                  <a:pt x="5812190" y="4819239"/>
                </a:lnTo>
                <a:lnTo>
                  <a:pt x="5813708" y="4819239"/>
                </a:lnTo>
                <a:lnTo>
                  <a:pt x="5799281" y="4827081"/>
                </a:lnTo>
                <a:lnTo>
                  <a:pt x="5762993" y="4849127"/>
                </a:lnTo>
                <a:lnTo>
                  <a:pt x="5725533" y="4867172"/>
                </a:lnTo>
                <a:lnTo>
                  <a:pt x="2029682" y="6876288"/>
                </a:lnTo>
                <a:lnTo>
                  <a:pt x="0" y="68762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vert="horz" wrap="square" lIns="0" tIns="0" rIns="0" bIns="548640" rtlCol="0" anchor="ctr">
            <a:noAutofit/>
          </a:bodyPr>
          <a:lstStyle>
            <a:lvl1pPr marL="34290" indent="0" algn="ctr" defTabSz="685800" rtl="0" eaLnBrk="1" latinLnBrk="0" hangingPunct="1">
              <a:lnSpc>
                <a:spcPct val="100000"/>
              </a:lnSpc>
              <a:spcBef>
                <a:spcPts val="135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35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34290" lvl="0" indent="0" algn="ctr">
              <a:buNone/>
            </a:pPr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9EC520-2ECA-F7E2-3C87-3C6536F3A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3888" y="4871667"/>
            <a:ext cx="1087213" cy="103913"/>
          </a:xfrm>
          <a:prstGeom prst="rect">
            <a:avLst/>
          </a:prstGeom>
          <a:effectLst/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AA3350E1-99A9-2B0D-0722-EA6A60DDE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7551" y="350007"/>
            <a:ext cx="3799811" cy="334515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EC1B168-FF74-96E6-6DFE-EAF404DF1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27551" y="1200151"/>
            <a:ext cx="3799811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8C87313-0487-3E74-2FE2-037EEA2AC2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58241"/>
      </p:ext>
    </p:extLst>
  </p:cSld>
  <p:clrMapOvr>
    <a:masterClrMapping/>
  </p:clrMapOvr>
  <p:hf sldNum="0"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Small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DDC057-8C27-307A-DC20-2AF06A3950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133" y="-6755"/>
            <a:ext cx="2859247" cy="4847374"/>
          </a:xfrm>
          <a:custGeom>
            <a:avLst/>
            <a:gdLst>
              <a:gd name="connsiteX0" fmla="*/ 0 w 3812329"/>
              <a:gd name="connsiteY0" fmla="*/ 0 h 6463165"/>
              <a:gd name="connsiteX1" fmla="*/ 3812329 w 3812329"/>
              <a:gd name="connsiteY1" fmla="*/ 0 h 6463165"/>
              <a:gd name="connsiteX2" fmla="*/ 3812329 w 3812329"/>
              <a:gd name="connsiteY2" fmla="*/ 3438145 h 6463165"/>
              <a:gd name="connsiteX3" fmla="*/ 3812260 w 3812329"/>
              <a:gd name="connsiteY3" fmla="*/ 3438145 h 6463165"/>
              <a:gd name="connsiteX4" fmla="*/ 3812329 w 3812329"/>
              <a:gd name="connsiteY4" fmla="*/ 3439516 h 6463165"/>
              <a:gd name="connsiteX5" fmla="*/ 3105531 w 3812329"/>
              <a:gd name="connsiteY5" fmla="*/ 4768828 h 6463165"/>
              <a:gd name="connsiteX6" fmla="*/ 3022551 w 3812329"/>
              <a:gd name="connsiteY6" fmla="*/ 4819239 h 6463165"/>
              <a:gd name="connsiteX7" fmla="*/ 3024069 w 3812329"/>
              <a:gd name="connsiteY7" fmla="*/ 4819239 h 6463165"/>
              <a:gd name="connsiteX8" fmla="*/ 3009642 w 3812329"/>
              <a:gd name="connsiteY8" fmla="*/ 4827081 h 6463165"/>
              <a:gd name="connsiteX9" fmla="*/ 2973354 w 3812329"/>
              <a:gd name="connsiteY9" fmla="*/ 4849127 h 6463165"/>
              <a:gd name="connsiteX10" fmla="*/ 2935894 w 3812329"/>
              <a:gd name="connsiteY10" fmla="*/ 4867172 h 6463165"/>
              <a:gd name="connsiteX11" fmla="*/ 0 w 3812329"/>
              <a:gd name="connsiteY11" fmla="*/ 6463165 h 646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12329" h="6463165">
                <a:moveTo>
                  <a:pt x="0" y="0"/>
                </a:moveTo>
                <a:lnTo>
                  <a:pt x="3812329" y="0"/>
                </a:lnTo>
                <a:lnTo>
                  <a:pt x="3812329" y="3438145"/>
                </a:lnTo>
                <a:lnTo>
                  <a:pt x="3812260" y="3438145"/>
                </a:lnTo>
                <a:lnTo>
                  <a:pt x="3812329" y="3439516"/>
                </a:lnTo>
                <a:cubicBezTo>
                  <a:pt x="3812329" y="3992869"/>
                  <a:pt x="3531962" y="4480741"/>
                  <a:pt x="3105531" y="4768828"/>
                </a:cubicBezTo>
                <a:lnTo>
                  <a:pt x="3022551" y="4819239"/>
                </a:lnTo>
                <a:lnTo>
                  <a:pt x="3024069" y="4819239"/>
                </a:lnTo>
                <a:lnTo>
                  <a:pt x="3009642" y="4827081"/>
                </a:lnTo>
                <a:lnTo>
                  <a:pt x="2973354" y="4849127"/>
                </a:lnTo>
                <a:lnTo>
                  <a:pt x="2935894" y="4867172"/>
                </a:lnTo>
                <a:lnTo>
                  <a:pt x="0" y="64631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B9EC520-2ECA-F7E2-3C87-3C6536F3A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3888" y="4871667"/>
            <a:ext cx="1087213" cy="103913"/>
          </a:xfrm>
          <a:prstGeom prst="rect">
            <a:avLst/>
          </a:prstGeom>
          <a:effectLst/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AA3350E1-99A9-2B0D-0722-EA6A60DDE1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3331" y="350007"/>
            <a:ext cx="592403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7924CCD-3AAF-3DA1-F15F-C08A2D110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2ABC922-5CBC-A1DE-F8D1-403A37E27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9F08BE-BE92-7C0B-A93F-5A8827A776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03331" y="1200151"/>
            <a:ext cx="5924031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8A348B-889D-8478-3476-7467D86DB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35572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302384-0A45-5DB1-03D8-A4F37827D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54064"/>
      </p:ext>
    </p:extLst>
  </p:cSld>
  <p:clrMapOvr>
    <a:masterClrMapping/>
  </p:clrMapOvr>
  <p:hf sldNum="0"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s and Photo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86A7A2-31AA-A826-14E9-1F0D5C6AA8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0305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61F3B5-B159-403B-26DE-F8463A0C1F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5743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3DA7183-3A86-0023-8548-AADBEAF5BE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11182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46BE9C-2B28-B14A-DFF9-C27670016C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56620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</a:ln>
          <a:effectLst>
            <a:outerShdw blurRad="101600" dist="63500" dir="5400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4B75E1-80F5-C15E-43A9-26CE929CC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CF3E18-EAB5-82F4-3472-BDF8D5015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2FF055-BBDC-4E3F-7639-B7B26FFF6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18264"/>
      </p:ext>
    </p:extLst>
  </p:cSld>
  <p:clrMapOvr>
    <a:masterClrMapping/>
  </p:clrMapOvr>
  <p:hf sldNum="0"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4107-EA90-D471-9154-2413E4BF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A23EE42-2ED4-79CC-F29C-75EBD6E32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BB0A07-1EDC-9F2E-5AA8-980AB48AC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EDF6E-7490-7B90-875A-CFC772EC9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200151"/>
            <a:ext cx="4054993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6B5DBAB-76D0-F721-7282-D4B75EC68D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106" y="1200151"/>
            <a:ext cx="4054993" cy="3526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B7FB3B-9948-711B-23F4-FBD5AF972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47374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C67CC83-162E-EC7D-89BF-D64051E009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4689EB-026F-A072-F93E-9644B1644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78345"/>
      </p:ext>
    </p:extLst>
  </p:cSld>
  <p:clrMapOvr>
    <a:masterClrMapping/>
  </p:clrMapOvr>
  <p:hf sldNum="0"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7CD34E-57CF-3E9A-0689-179A29B080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30AF283-0971-9CB4-CBFC-DE62DDF75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67447"/>
      </p:ext>
    </p:extLst>
  </p:cSld>
  <p:clrMapOvr>
    <a:masterClrMapping/>
  </p:clrMapOvr>
  <p:hf sldNum="0"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2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994274-4D8D-CAD1-9760-C1CF3442FA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A8571C-CE49-F05D-8395-B12FCE954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0971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5769E4-FD0B-FFF6-FAB1-3C3C62EEE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7738E1-6FF2-FBAF-BA37-4CB57523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66971"/>
      </p:ext>
    </p:extLst>
  </p:cSld>
  <p:clrMapOvr>
    <a:masterClrMapping/>
  </p:clrMapOvr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4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0988D42-B6AD-566A-3B5D-67EC269D2D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F692FA1-ACD2-DC6E-9004-D8E6427E3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10238"/>
      </p:ext>
    </p:extLst>
  </p:cSld>
  <p:clrMapOvr>
    <a:masterClrMapping/>
  </p:clrMapOvr>
  <p:hf sldNum="0"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Light">
    <p:bg>
      <p:bgPr>
        <a:solidFill>
          <a:srgbClr val="F8F8FA">
            <a:alpha val="6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D6DBC-C846-C808-EDB1-4FB06DB31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28FE79-B118-641B-770B-DC77DEF8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ECF379-3BE3-EAD4-A93F-1D931543A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2578" y="1400328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2B52FDB6-7F78-DE0E-4B9B-AD72A7A7A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04669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92335C2-9FD7-7CBE-2518-BAF97DEF6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9587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7FB5EEF9-C7FF-599B-7042-522CBAD30C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52578" y="3660096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FDF4731-3155-3F8B-FE52-32F8449E3F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04669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3A88FE90-3633-2191-C3BE-674A37F84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99587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7ADA164-44F9-F404-735E-82EFF0B3F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2578" y="341724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D1A9BAB-C905-0C39-7A4B-829DA077E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4668" y="341724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AC790A8-1BB0-CBED-0576-8CBAF0638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99587" y="341724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2B94BBC-3615-F07C-2873-B784721856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52578" y="2602157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46047C5-6D7A-1D31-8034-0E1FF6D56A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4668" y="2602157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EDA337F3-F90A-A4CA-F813-5825DEBEED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99587" y="2602157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C3AADA1-B781-76BF-08BD-96D10A88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06914"/>
      </p:ext>
    </p:extLst>
  </p:cSld>
  <p:clrMapOvr>
    <a:masterClrMapping/>
  </p:clrMapOvr>
  <p:hf sldNum="0"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95C106-C97D-76BB-0A93-DA5D562E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FA1E20-86B1-A89B-8A8D-D3184982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22F506B-8F58-8B75-CD39-97EA8C53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2022" y="1595463"/>
            <a:ext cx="152784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02E0BB3-C690-9FFC-D288-DFB02961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52710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7F464B8-F7AA-8382-0F07-6EFD4D14D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9605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E5EF2FB-8701-86C0-77AE-9BFE44E4A8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5806" y="1595463"/>
            <a:ext cx="1531423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D2349843-3369-4CA5-F65E-FE4FB6016F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26017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7E4F4AC2-B7CB-B1AB-E4D9-17D6BFE51B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97216" y="2780496"/>
            <a:ext cx="152265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8D79DC3-CD30-3B43-7D1E-3E2FF9130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99A665E-2203-069B-F272-D9FE5341B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3679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D0EB984-1B8F-B3E7-BCE9-E301E20823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28121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03FF109-EEFE-032F-B517-A0857DB58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4533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CC7D50-9A44-CC63-0D05-EFFF87697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92048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48792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63295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77798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33348" y="1595463"/>
            <a:ext cx="192117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9202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65CD29C-0978-0EEE-2176-EBF84B9A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8420" y="1595463"/>
            <a:ext cx="1926484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4379AB0-3487-B365-098B-787C9CB47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496" y="1595463"/>
            <a:ext cx="192567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D95D5E-1E7F-8B3B-DAD4-59101FC43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1C694C3-F9D1-7391-B355-255E905AE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F1A51800-5BF5-3B33-8421-4834153217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41705" y="2780496"/>
            <a:ext cx="1915558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A52D5F2-82EB-D052-F6ED-B3686CEA32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33EB124F-4413-C191-FC20-51466493BC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0495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3C695E31-0CEA-94C2-7D54-DBC6C2609F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28419" y="2780496"/>
            <a:ext cx="191669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C7FB8F5-309D-77E3-DB8F-80A19B31F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07771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3217544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6092190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72663" y="2780496"/>
            <a:ext cx="260450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260604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04003FDA-B27B-3EA2-CC4A-B44477B7CF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46159" y="2780496"/>
            <a:ext cx="260604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BF3F2B8-4E8D-AA03-0A05-C725C6637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A2B3276-C94B-4AA8-F0D7-65389355B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DF15BA2-0669-9288-87E3-5E30CF2820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76336" y="1595463"/>
            <a:ext cx="2600828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72BAF-5F76-7D02-D937-C8C722220A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2647" y="1595463"/>
            <a:ext cx="26060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CF8A2E3-9E56-602D-AD93-035C8899A42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526" y="1595463"/>
            <a:ext cx="2600828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5D2185E-DB11-5BEB-DFA5-652AA6086B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76418"/>
      </p:ext>
    </p:extLst>
  </p:cSld>
  <p:clrMapOvr>
    <a:masterClrMapping/>
  </p:clrMapOvr>
  <p:hf sldNum="0"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4652010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5320" y="1595463"/>
            <a:ext cx="402677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1762" y="2780496"/>
            <a:ext cx="402677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415" y="1595463"/>
            <a:ext cx="403484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414" y="2780496"/>
            <a:ext cx="403484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A7FC0CF-2162-02A9-75F3-0F7554153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ECB7E-F7A3-8973-4F16-8760BD163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4D1021-A57D-9F79-E4A8-91DE3CC1C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64576"/>
      </p:ext>
    </p:extLst>
  </p:cSld>
  <p:clrMapOvr>
    <a:masterClrMapping/>
  </p:clrMapOvr>
  <p:hf sldNum="0"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4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1820368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2815383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EF414B-B76F-1C09-2D40-0178E50862A7}"/>
              </a:ext>
            </a:extLst>
          </p:cNvPr>
          <p:cNvSpPr/>
          <p:nvPr/>
        </p:nvSpPr>
        <p:spPr>
          <a:xfrm>
            <a:off x="342899" y="3810399"/>
            <a:ext cx="8462886" cy="9125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802211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878637"/>
            <a:ext cx="2318672" cy="787978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887472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B3BEA-9B3A-C108-35DD-D0B9F1E650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580" y="3879568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5B7546B-97A6-91E1-11DC-D41D9AD8C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86037833-A386-3FBE-AF28-4F64F607A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1D73E48-E44A-4341-D4DD-CC783EA78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875274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8AC37DC-A2DF-C76E-935C-809BE182F3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1" y="1878637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52641F7-2ED7-31B4-8F75-E03C86AC9B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1" y="2882752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718B658-BDF5-F08D-923F-5B85262611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1" y="3876651"/>
            <a:ext cx="5582093" cy="8022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9E5923-9E71-2185-B11F-02E151DB8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4525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3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167159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2211196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3508966"/>
            <a:ext cx="8462886" cy="1216277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3553002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F9DCC3-0217-504A-3708-4C157AEB6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C33B51-ADB0-70E1-105D-B31755420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386C1A6-582D-41E9-B2DA-85418E4376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875274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C2DB422F-8F6B-C45B-D44D-3F705EAFA9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14011" y="2217080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146F7C6-084B-40BE-FA5B-CD7C89C57D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14011" y="3556176"/>
            <a:ext cx="5582093" cy="111521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6F18CC-AB4B-CD70-7745-2221452BA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11438"/>
      </p:ext>
    </p:extLst>
  </p:cSld>
  <p:clrMapOvr>
    <a:masterClrMapping/>
  </p:clrMapOvr>
  <p:hf sldNum="0"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916679"/>
            <a:ext cx="8462886" cy="1759442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857177"/>
            <a:ext cx="8462886" cy="1759442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987A8F-9F49-4ABB-DD1D-C86371BE9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7A3CD2-EB8C-DFE3-2760-3C5072967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1402C0-341A-B663-4CA9-E155C93DD6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4011" y="960715"/>
            <a:ext cx="5582093" cy="167103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AD1BBE-E64D-2DC6-A4F2-259D8ACA82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14011" y="2891945"/>
            <a:ext cx="5582093" cy="167103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F02C42-6680-32F4-4A45-C29EE7A4E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3105" y="981816"/>
            <a:ext cx="2318147" cy="164068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1">
                <a:solidFill>
                  <a:schemeClr val="tx2"/>
                </a:solidFill>
              </a:defRPr>
            </a:lvl1pPr>
            <a:lvl2pPr marL="377190" indent="0" algn="ctr">
              <a:buNone/>
              <a:defRPr b="1">
                <a:solidFill>
                  <a:schemeClr val="tx2"/>
                </a:solidFill>
              </a:defRPr>
            </a:lvl2pPr>
            <a:lvl3pPr marL="720090" indent="0" algn="ctr">
              <a:buNone/>
              <a:defRPr b="1">
                <a:solidFill>
                  <a:schemeClr val="tx2"/>
                </a:solidFill>
              </a:defRPr>
            </a:lvl3pPr>
            <a:lvl4pPr marL="1062990" indent="0" algn="ctr">
              <a:buNone/>
              <a:defRPr b="1">
                <a:solidFill>
                  <a:schemeClr val="tx2"/>
                </a:solidFill>
              </a:defRPr>
            </a:lvl4pPr>
            <a:lvl5pPr marL="1405890" indent="0" algn="ctr">
              <a:buNone/>
              <a:defRPr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74ABA3A-D851-C1A9-F4E4-D3620CB27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105" y="2922297"/>
            <a:ext cx="2318147" cy="1640681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b="1">
                <a:solidFill>
                  <a:schemeClr val="tx2"/>
                </a:solidFill>
              </a:defRPr>
            </a:lvl1pPr>
            <a:lvl2pPr marL="377190" indent="0" algn="ctr">
              <a:buNone/>
              <a:defRPr b="1">
                <a:solidFill>
                  <a:schemeClr val="tx2"/>
                </a:solidFill>
              </a:defRPr>
            </a:lvl2pPr>
            <a:lvl3pPr marL="720090" indent="0" algn="ctr">
              <a:buNone/>
              <a:defRPr b="1">
                <a:solidFill>
                  <a:schemeClr val="tx2"/>
                </a:solidFill>
              </a:defRPr>
            </a:lvl3pPr>
            <a:lvl4pPr marL="1062990" indent="0" algn="ctr">
              <a:buNone/>
              <a:defRPr b="1">
                <a:solidFill>
                  <a:schemeClr val="tx2"/>
                </a:solidFill>
              </a:defRPr>
            </a:lvl4pPr>
            <a:lvl5pPr marL="1405890" indent="0" algn="ctr">
              <a:buNone/>
              <a:defRPr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45C90E-396F-2F75-9562-8307F0C4F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52983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D6D086D-C3A8-029A-FFD8-918F558A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8116" y="2332435"/>
            <a:ext cx="5007769" cy="4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79523"/>
      </p:ext>
    </p:extLst>
  </p:cSld>
  <p:clrMapOvr>
    <a:masterClrMapping/>
  </p:clrMapOvr>
  <p:hf sldNum="0"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 with Taglin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DFF1EC-E7D6-9E21-8BF6-07C8A7F169C3}"/>
              </a:ext>
            </a:extLst>
          </p:cNvPr>
          <p:cNvGrpSpPr/>
          <p:nvPr/>
        </p:nvGrpSpPr>
        <p:grpSpPr>
          <a:xfrm>
            <a:off x="2068116" y="2172957"/>
            <a:ext cx="5007769" cy="797588"/>
            <a:chOff x="2757487" y="2897275"/>
            <a:chExt cx="6677025" cy="1063451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CFDF44C-4870-59E4-3EA3-FE4CAEC938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72841" y="3736289"/>
              <a:ext cx="4658779" cy="224437"/>
            </a:xfrm>
            <a:prstGeom prst="rect">
              <a:avLst/>
            </a:prstGeom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EA782C76-E8CB-60C8-93A6-C26CD0810E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7487" y="2897275"/>
              <a:ext cx="6677025" cy="632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3957588"/>
      </p:ext>
    </p:extLst>
  </p:cSld>
  <p:clrMapOvr>
    <a:masterClrMapping/>
  </p:clrMapOvr>
  <p:hf sldNum="0"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975AC-12EF-9C4F-5848-9E0CC61AA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76722"/>
      </p:ext>
    </p:extLst>
  </p:cSld>
  <p:clrMapOvr>
    <a:masterClrMapping/>
  </p:clrMapOvr>
  <p:hf sldNum="0"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7AEBF-1268-8B32-E22C-EA07DD1CC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29D5C9-BDE0-1661-42B9-D18B74CF6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06BD8F-F896-9D14-A8AF-531DDCA6F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D0FD3-E6F9-D9C0-E3C7-77CE228FF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659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A41F43-C172-987E-B6FB-49586B88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24139"/>
      </p:ext>
    </p:extLst>
  </p:cSld>
  <p:clrMapOvr>
    <a:masterClrMapping/>
  </p:clrMapOvr>
  <p:hf sldNum="0"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66052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1">
    <p:bg>
      <p:bgPr>
        <a:gradFill flip="none" rotWithShape="1">
          <a:gsLst>
            <a:gs pos="0">
              <a:schemeClr val="accent5"/>
            </a:gs>
            <a:gs pos="99580">
              <a:srgbClr val="10037D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5BCF728-DC08-0D53-99F4-D9BC8709685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EA29F51-2836-1F8B-4A6F-1B4B3B64E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58600"/>
      </p:ext>
    </p:extLst>
  </p:cSld>
  <p:clrMapOvr>
    <a:masterClrMapping/>
  </p:clrMapOvr>
  <p:hf sldNum="0"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2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A07C93-2898-DE3B-6BD9-A5F1E3BB0251}"/>
              </a:ext>
            </a:extLst>
          </p:cNvPr>
          <p:cNvSpPr/>
          <p:nvPr/>
        </p:nvSpPr>
        <p:spPr>
          <a:xfrm>
            <a:off x="5970128" y="1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AE5B87-875E-0DB0-C395-3AAFDE8EB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50080"/>
      </p:ext>
    </p:extLst>
  </p:cSld>
  <p:clrMapOvr>
    <a:masterClrMapping/>
  </p:clrMapOvr>
  <p:hf sldNum="0" hdr="0" ft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3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855B361-3D67-1162-5921-18373D32D9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74954"/>
      </p:ext>
    </p:extLst>
  </p:cSld>
  <p:clrMapOvr>
    <a:masterClrMapping/>
  </p:clrMapOvr>
  <p:hf sldNum="0"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 4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693DB3-ECF9-FDE6-893E-E1767FCE1ED4}"/>
              </a:ext>
            </a:extLst>
          </p:cNvPr>
          <p:cNvSpPr/>
          <p:nvPr/>
        </p:nvSpPr>
        <p:spPr>
          <a:xfrm>
            <a:off x="5970128" y="0"/>
            <a:ext cx="3180222" cy="5143499"/>
          </a:xfrm>
          <a:custGeom>
            <a:avLst/>
            <a:gdLst>
              <a:gd name="connsiteX0" fmla="*/ 0 w 4240296"/>
              <a:gd name="connsiteY0" fmla="*/ 0 h 6857998"/>
              <a:gd name="connsiteX1" fmla="*/ 4240296 w 4240296"/>
              <a:gd name="connsiteY1" fmla="*/ 0 h 6857998"/>
              <a:gd name="connsiteX2" fmla="*/ 4240296 w 4240296"/>
              <a:gd name="connsiteY2" fmla="*/ 6857998 h 6857998"/>
              <a:gd name="connsiteX3" fmla="*/ 4205936 w 4240296"/>
              <a:gd name="connsiteY3" fmla="*/ 6857998 h 6857998"/>
              <a:gd name="connsiteX4" fmla="*/ 806211 w 4240296"/>
              <a:gd name="connsiteY4" fmla="*/ 4854225 h 6857998"/>
              <a:gd name="connsiteX5" fmla="*/ 771753 w 4240296"/>
              <a:gd name="connsiteY5" fmla="*/ 4836228 h 6857998"/>
              <a:gd name="connsiteX6" fmla="*/ 738372 w 4240296"/>
              <a:gd name="connsiteY6" fmla="*/ 4814241 h 6857998"/>
              <a:gd name="connsiteX7" fmla="*/ 725102 w 4240296"/>
              <a:gd name="connsiteY7" fmla="*/ 4806420 h 6857998"/>
              <a:gd name="connsiteX8" fmla="*/ 726498 w 4240296"/>
              <a:gd name="connsiteY8" fmla="*/ 4806420 h 6857998"/>
              <a:gd name="connsiteX9" fmla="*/ 650166 w 4240296"/>
              <a:gd name="connsiteY9" fmla="*/ 4756143 h 6857998"/>
              <a:gd name="connsiteX10" fmla="*/ 0 w 4240296"/>
              <a:gd name="connsiteY10" fmla="*/ 3430367 h 6857998"/>
              <a:gd name="connsiteX11" fmla="*/ 64 w 4240296"/>
              <a:gd name="connsiteY11" fmla="*/ 3428999 h 6857998"/>
              <a:gd name="connsiteX12" fmla="*/ 0 w 4240296"/>
              <a:gd name="connsiteY12" fmla="*/ 342899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6" h="6857998">
                <a:moveTo>
                  <a:pt x="0" y="0"/>
                </a:moveTo>
                <a:lnTo>
                  <a:pt x="4240296" y="0"/>
                </a:lnTo>
                <a:lnTo>
                  <a:pt x="4240296" y="6857998"/>
                </a:lnTo>
                <a:lnTo>
                  <a:pt x="4205936" y="6857998"/>
                </a:lnTo>
                <a:lnTo>
                  <a:pt x="806211" y="4854225"/>
                </a:lnTo>
                <a:lnTo>
                  <a:pt x="771753" y="4836228"/>
                </a:lnTo>
                <a:lnTo>
                  <a:pt x="738372" y="4814241"/>
                </a:lnTo>
                <a:lnTo>
                  <a:pt x="725102" y="4806420"/>
                </a:lnTo>
                <a:lnTo>
                  <a:pt x="726498" y="4806420"/>
                </a:lnTo>
                <a:lnTo>
                  <a:pt x="650166" y="4756143"/>
                </a:lnTo>
                <a:cubicBezTo>
                  <a:pt x="257903" y="4468822"/>
                  <a:pt x="0" y="3982248"/>
                  <a:pt x="0" y="3430367"/>
                </a:cubicBezTo>
                <a:lnTo>
                  <a:pt x="64" y="3428999"/>
                </a:lnTo>
                <a:lnTo>
                  <a:pt x="0" y="3428999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75720A-4A8C-BF19-A779-937DEC564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26841"/>
      </p:ext>
    </p:extLst>
  </p:cSld>
  <p:clrMapOvr>
    <a:masterClrMapping/>
  </p:clrMapOvr>
  <p:hf sldNum="0"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dd Your Image">
    <p:bg>
      <p:bgPr>
        <a:gradFill flip="none" rotWithShape="1">
          <a:gsLst>
            <a:gs pos="0">
              <a:schemeClr val="accent5"/>
            </a:gs>
            <a:gs pos="100000">
              <a:srgbClr val="10037C"/>
            </a:gs>
            <a:gs pos="5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9901646-E2D8-59E2-4F6E-820B38B56B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73540" y="-3411"/>
            <a:ext cx="3180223" cy="5143499"/>
          </a:xfrm>
          <a:custGeom>
            <a:avLst/>
            <a:gdLst>
              <a:gd name="connsiteX0" fmla="*/ 0 w 4240297"/>
              <a:gd name="connsiteY0" fmla="*/ 0 h 6857999"/>
              <a:gd name="connsiteX1" fmla="*/ 4240297 w 4240297"/>
              <a:gd name="connsiteY1" fmla="*/ 0 h 6857999"/>
              <a:gd name="connsiteX2" fmla="*/ 4240297 w 4240297"/>
              <a:gd name="connsiteY2" fmla="*/ 6857999 h 6857999"/>
              <a:gd name="connsiteX3" fmla="*/ 4205936 w 4240297"/>
              <a:gd name="connsiteY3" fmla="*/ 6857999 h 6857999"/>
              <a:gd name="connsiteX4" fmla="*/ 806211 w 4240297"/>
              <a:gd name="connsiteY4" fmla="*/ 4854226 h 6857999"/>
              <a:gd name="connsiteX5" fmla="*/ 771753 w 4240297"/>
              <a:gd name="connsiteY5" fmla="*/ 4836229 h 6857999"/>
              <a:gd name="connsiteX6" fmla="*/ 738372 w 4240297"/>
              <a:gd name="connsiteY6" fmla="*/ 4814242 h 6857999"/>
              <a:gd name="connsiteX7" fmla="*/ 725102 w 4240297"/>
              <a:gd name="connsiteY7" fmla="*/ 4806421 h 6857999"/>
              <a:gd name="connsiteX8" fmla="*/ 726498 w 4240297"/>
              <a:gd name="connsiteY8" fmla="*/ 4806421 h 6857999"/>
              <a:gd name="connsiteX9" fmla="*/ 650166 w 4240297"/>
              <a:gd name="connsiteY9" fmla="*/ 4756144 h 6857999"/>
              <a:gd name="connsiteX10" fmla="*/ 0 w 4240297"/>
              <a:gd name="connsiteY10" fmla="*/ 3430368 h 6857999"/>
              <a:gd name="connsiteX11" fmla="*/ 64 w 4240297"/>
              <a:gd name="connsiteY11" fmla="*/ 3429000 h 6857999"/>
              <a:gd name="connsiteX12" fmla="*/ 0 w 4240297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297" h="6857999">
                <a:moveTo>
                  <a:pt x="0" y="0"/>
                </a:moveTo>
                <a:lnTo>
                  <a:pt x="4240297" y="0"/>
                </a:lnTo>
                <a:lnTo>
                  <a:pt x="4240297" y="6857999"/>
                </a:lnTo>
                <a:lnTo>
                  <a:pt x="4205936" y="6857999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2F1B1-BA6E-03B7-F297-834C7135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371600"/>
            <a:ext cx="5309080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74FA-047F-1C68-C968-37877BBFD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18360"/>
            <a:ext cx="5309080" cy="95369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28E5CE7-7AAC-F710-2E56-E1F4D4681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54" y="733644"/>
            <a:ext cx="2310866" cy="21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833"/>
      </p:ext>
    </p:extLst>
  </p:cSld>
  <p:clrMapOvr>
    <a:masterClrMapping/>
  </p:clrMapOvr>
  <p:hf sldNum="0" hdr="0" ft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Blue">
    <p:bg>
      <p:bgPr>
        <a:gradFill flip="none" rotWithShape="1">
          <a:gsLst>
            <a:gs pos="50000">
              <a:schemeClr val="tx2"/>
            </a:gs>
            <a:gs pos="100000">
              <a:srgbClr val="10037C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A51A147-0561-530C-EE7A-5D96635E2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02775"/>
      </p:ext>
    </p:extLst>
  </p:cSld>
  <p:clrMapOvr>
    <a:masterClrMapping/>
  </p:clrMapOvr>
  <p:hf sldNum="0" hdr="0" ft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C78EB1-C0D8-1F0C-5513-8813F86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371600"/>
            <a:ext cx="8177213" cy="2490061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62A644C-764F-AE68-54DE-F9C76599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018360"/>
            <a:ext cx="8177213" cy="782241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0D49E17-3829-7707-8E1E-4A4213790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15310"/>
      </p:ext>
    </p:extLst>
  </p:cSld>
  <p:clrMapOvr>
    <a:masterClrMapping/>
  </p:clrMapOvr>
  <p:hf sldNum="0"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>
            <a:extLst>
              <a:ext uri="{FF2B5EF4-FFF2-40B4-BE49-F238E27FC236}">
                <a16:creationId xmlns:a16="http://schemas.microsoft.com/office/drawing/2014/main" id="{45A62201-6D19-6B53-6FB2-2F0F8F0DD0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A2E15D3-3D72-6A9C-ACAA-26A19EEE5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6CE380E-818B-ECC9-2220-405987399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B1721B3-D41A-3B85-5656-4507E8BD1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845820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E472F6-F4D2-41FC-481A-FFF212477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6940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Lar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105D31-7EEF-58CD-0B9F-5F04B369F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09128" y="-3379"/>
            <a:ext cx="4951476" cy="5157216"/>
          </a:xfrm>
          <a:custGeom>
            <a:avLst/>
            <a:gdLst>
              <a:gd name="connsiteX0" fmla="*/ 0 w 6584334"/>
              <a:gd name="connsiteY0" fmla="*/ 0 h 6857999"/>
              <a:gd name="connsiteX1" fmla="*/ 6584334 w 6584334"/>
              <a:gd name="connsiteY1" fmla="*/ 0 h 6857999"/>
              <a:gd name="connsiteX2" fmla="*/ 6584334 w 6584334"/>
              <a:gd name="connsiteY2" fmla="*/ 6857999 h 6857999"/>
              <a:gd name="connsiteX3" fmla="*/ 4560074 w 6584334"/>
              <a:gd name="connsiteY3" fmla="*/ 6857999 h 6857999"/>
              <a:gd name="connsiteX4" fmla="*/ 874094 w 6584334"/>
              <a:gd name="connsiteY4" fmla="*/ 4854226 h 6857999"/>
              <a:gd name="connsiteX5" fmla="*/ 836734 w 6584334"/>
              <a:gd name="connsiteY5" fmla="*/ 4836229 h 6857999"/>
              <a:gd name="connsiteX6" fmla="*/ 800543 w 6584334"/>
              <a:gd name="connsiteY6" fmla="*/ 4814242 h 6857999"/>
              <a:gd name="connsiteX7" fmla="*/ 786155 w 6584334"/>
              <a:gd name="connsiteY7" fmla="*/ 4806421 h 6857999"/>
              <a:gd name="connsiteX8" fmla="*/ 787669 w 6584334"/>
              <a:gd name="connsiteY8" fmla="*/ 4806421 h 6857999"/>
              <a:gd name="connsiteX9" fmla="*/ 704910 w 6584334"/>
              <a:gd name="connsiteY9" fmla="*/ 4756144 h 6857999"/>
              <a:gd name="connsiteX10" fmla="*/ 0 w 6584334"/>
              <a:gd name="connsiteY10" fmla="*/ 3430368 h 6857999"/>
              <a:gd name="connsiteX11" fmla="*/ 69 w 6584334"/>
              <a:gd name="connsiteY11" fmla="*/ 3429000 h 6857999"/>
              <a:gd name="connsiteX12" fmla="*/ 0 w 6584334"/>
              <a:gd name="connsiteY12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84334" h="6857999">
                <a:moveTo>
                  <a:pt x="0" y="0"/>
                </a:moveTo>
                <a:lnTo>
                  <a:pt x="6584334" y="0"/>
                </a:lnTo>
                <a:lnTo>
                  <a:pt x="6584334" y="6857999"/>
                </a:lnTo>
                <a:lnTo>
                  <a:pt x="4560074" y="6857999"/>
                </a:lnTo>
                <a:lnTo>
                  <a:pt x="874094" y="4854226"/>
                </a:lnTo>
                <a:lnTo>
                  <a:pt x="836734" y="4836229"/>
                </a:lnTo>
                <a:lnTo>
                  <a:pt x="800543" y="4814242"/>
                </a:lnTo>
                <a:lnTo>
                  <a:pt x="786155" y="4806421"/>
                </a:lnTo>
                <a:lnTo>
                  <a:pt x="787669" y="4806421"/>
                </a:lnTo>
                <a:lnTo>
                  <a:pt x="704910" y="4756144"/>
                </a:lnTo>
                <a:cubicBezTo>
                  <a:pt x="279618" y="4468823"/>
                  <a:pt x="0" y="3982249"/>
                  <a:pt x="0" y="3430368"/>
                </a:cubicBezTo>
                <a:lnTo>
                  <a:pt x="69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F5FD60-9E17-B77E-1C1A-AE26C61E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562E37-1BD4-014B-1770-57B5C50AF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CDEE4C-4D53-971B-28F3-49DA097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3724604" cy="666914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29D23C8-AE78-AA2F-2EF1-272994A861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200150"/>
            <a:ext cx="3724604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6114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Right - Small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F5FD60-9E17-B77E-1C1A-AE26C61E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562E37-1BD4-014B-1770-57B5C50AF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ECDEE4C-4D53-971B-28F3-49DA0976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5768490" cy="3345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BF396B-3A98-C290-46A5-02F810DD6A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1644" y="-3412"/>
            <a:ext cx="2849113" cy="4963535"/>
          </a:xfrm>
          <a:custGeom>
            <a:avLst/>
            <a:gdLst>
              <a:gd name="connsiteX0" fmla="*/ 0 w 3798817"/>
              <a:gd name="connsiteY0" fmla="*/ 0 h 6618046"/>
              <a:gd name="connsiteX1" fmla="*/ 3798817 w 3798817"/>
              <a:gd name="connsiteY1" fmla="*/ 0 h 6618046"/>
              <a:gd name="connsiteX2" fmla="*/ 3798817 w 3798817"/>
              <a:gd name="connsiteY2" fmla="*/ 6618046 h 6618046"/>
              <a:gd name="connsiteX3" fmla="*/ 806211 w 3798817"/>
              <a:gd name="connsiteY3" fmla="*/ 4854226 h 6618046"/>
              <a:gd name="connsiteX4" fmla="*/ 771753 w 3798817"/>
              <a:gd name="connsiteY4" fmla="*/ 4836229 h 6618046"/>
              <a:gd name="connsiteX5" fmla="*/ 738372 w 3798817"/>
              <a:gd name="connsiteY5" fmla="*/ 4814242 h 6618046"/>
              <a:gd name="connsiteX6" fmla="*/ 725102 w 3798817"/>
              <a:gd name="connsiteY6" fmla="*/ 4806421 h 6618046"/>
              <a:gd name="connsiteX7" fmla="*/ 726498 w 3798817"/>
              <a:gd name="connsiteY7" fmla="*/ 4806421 h 6618046"/>
              <a:gd name="connsiteX8" fmla="*/ 650166 w 3798817"/>
              <a:gd name="connsiteY8" fmla="*/ 4756144 h 6618046"/>
              <a:gd name="connsiteX9" fmla="*/ 0 w 3798817"/>
              <a:gd name="connsiteY9" fmla="*/ 3430368 h 6618046"/>
              <a:gd name="connsiteX10" fmla="*/ 64 w 3798817"/>
              <a:gd name="connsiteY10" fmla="*/ 3429000 h 6618046"/>
              <a:gd name="connsiteX11" fmla="*/ 0 w 3798817"/>
              <a:gd name="connsiteY11" fmla="*/ 3429000 h 661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98817" h="6618046">
                <a:moveTo>
                  <a:pt x="0" y="0"/>
                </a:moveTo>
                <a:lnTo>
                  <a:pt x="3798817" y="0"/>
                </a:lnTo>
                <a:lnTo>
                  <a:pt x="3798817" y="6618046"/>
                </a:lnTo>
                <a:lnTo>
                  <a:pt x="806211" y="4854226"/>
                </a:lnTo>
                <a:lnTo>
                  <a:pt x="771753" y="4836229"/>
                </a:lnTo>
                <a:lnTo>
                  <a:pt x="738372" y="4814242"/>
                </a:lnTo>
                <a:lnTo>
                  <a:pt x="725102" y="4806421"/>
                </a:lnTo>
                <a:lnTo>
                  <a:pt x="726498" y="4806421"/>
                </a:lnTo>
                <a:lnTo>
                  <a:pt x="650166" y="4756144"/>
                </a:lnTo>
                <a:cubicBezTo>
                  <a:pt x="257903" y="4468823"/>
                  <a:pt x="0" y="3982249"/>
                  <a:pt x="0" y="3430368"/>
                </a:cubicBezTo>
                <a:lnTo>
                  <a:pt x="64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2"/>
            <a:stretch>
              <a:fillRect l="-14850" b="-14850"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 sz="135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17166C-1EB0-D57B-6C6C-4351D6D29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72" y="1200150"/>
            <a:ext cx="5763319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5FE29A-A3FC-BBE6-EA91-CB25D8224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1932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Lar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939" y="350007"/>
            <a:ext cx="3799517" cy="666914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B5D062-0C3C-9355-6284-2710B3D96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756" y="0"/>
            <a:ext cx="4951476" cy="5157216"/>
          </a:xfrm>
          <a:custGeom>
            <a:avLst/>
            <a:gdLst>
              <a:gd name="connsiteX0" fmla="*/ 0 w 6601968"/>
              <a:gd name="connsiteY0" fmla="*/ 0 h 6876288"/>
              <a:gd name="connsiteX1" fmla="*/ 6601968 w 6601968"/>
              <a:gd name="connsiteY1" fmla="*/ 0 h 6876288"/>
              <a:gd name="connsiteX2" fmla="*/ 6601968 w 6601968"/>
              <a:gd name="connsiteY2" fmla="*/ 3438145 h 6876288"/>
              <a:gd name="connsiteX3" fmla="*/ 6601899 w 6601968"/>
              <a:gd name="connsiteY3" fmla="*/ 3438145 h 6876288"/>
              <a:gd name="connsiteX4" fmla="*/ 6601968 w 6601968"/>
              <a:gd name="connsiteY4" fmla="*/ 3439516 h 6876288"/>
              <a:gd name="connsiteX5" fmla="*/ 5895170 w 6601968"/>
              <a:gd name="connsiteY5" fmla="*/ 4768828 h 6876288"/>
              <a:gd name="connsiteX6" fmla="*/ 5812190 w 6601968"/>
              <a:gd name="connsiteY6" fmla="*/ 4819239 h 6876288"/>
              <a:gd name="connsiteX7" fmla="*/ 5813708 w 6601968"/>
              <a:gd name="connsiteY7" fmla="*/ 4819239 h 6876288"/>
              <a:gd name="connsiteX8" fmla="*/ 5799281 w 6601968"/>
              <a:gd name="connsiteY8" fmla="*/ 4827081 h 6876288"/>
              <a:gd name="connsiteX9" fmla="*/ 5762993 w 6601968"/>
              <a:gd name="connsiteY9" fmla="*/ 4849127 h 6876288"/>
              <a:gd name="connsiteX10" fmla="*/ 5725533 w 6601968"/>
              <a:gd name="connsiteY10" fmla="*/ 4867172 h 6876288"/>
              <a:gd name="connsiteX11" fmla="*/ 2029682 w 6601968"/>
              <a:gd name="connsiteY11" fmla="*/ 6876288 h 6876288"/>
              <a:gd name="connsiteX12" fmla="*/ 0 w 6601968"/>
              <a:gd name="connsiteY12" fmla="*/ 6876288 h 687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01968" h="6876288">
                <a:moveTo>
                  <a:pt x="0" y="0"/>
                </a:moveTo>
                <a:lnTo>
                  <a:pt x="6601968" y="0"/>
                </a:lnTo>
                <a:lnTo>
                  <a:pt x="6601968" y="3438145"/>
                </a:lnTo>
                <a:lnTo>
                  <a:pt x="6601899" y="3438145"/>
                </a:lnTo>
                <a:lnTo>
                  <a:pt x="6601968" y="3439516"/>
                </a:lnTo>
                <a:cubicBezTo>
                  <a:pt x="6601968" y="3992869"/>
                  <a:pt x="6321601" y="4480741"/>
                  <a:pt x="5895170" y="4768828"/>
                </a:cubicBezTo>
                <a:lnTo>
                  <a:pt x="5812190" y="4819239"/>
                </a:lnTo>
                <a:lnTo>
                  <a:pt x="5813708" y="4819239"/>
                </a:lnTo>
                <a:lnTo>
                  <a:pt x="5799281" y="4827081"/>
                </a:lnTo>
                <a:lnTo>
                  <a:pt x="5762993" y="4849127"/>
                </a:lnTo>
                <a:lnTo>
                  <a:pt x="5725533" y="4867172"/>
                </a:lnTo>
                <a:lnTo>
                  <a:pt x="2029682" y="6876288"/>
                </a:lnTo>
                <a:lnTo>
                  <a:pt x="0" y="68762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vert="horz" wrap="square" lIns="0" tIns="0" rIns="0" bIns="548640" rtlCol="0" anchor="ctr">
            <a:noAutofit/>
          </a:bodyPr>
          <a:lstStyle>
            <a:lvl1pPr marL="34290" indent="0" algn="ctr" defTabSz="685800" rtl="0" eaLnBrk="1" latinLnBrk="0" hangingPunct="1">
              <a:lnSpc>
                <a:spcPct val="100000"/>
              </a:lnSpc>
              <a:spcBef>
                <a:spcPts val="135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35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marL="3429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9FDC43E-6E1A-1AF1-B31A-725ACF130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7795" y="1200150"/>
            <a:ext cx="3806660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97A581-D528-7604-9E52-8F957911C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64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ield Left - Small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880" y="350007"/>
            <a:ext cx="5903576" cy="33451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24DD56-B193-BE5E-77C3-DF1119C51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16DBD9-83C5-7764-85A1-5548CB05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F9B0292-5027-01E0-9673-CAEE53704A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133" y="-6755"/>
            <a:ext cx="2859247" cy="4847374"/>
          </a:xfrm>
          <a:custGeom>
            <a:avLst/>
            <a:gdLst>
              <a:gd name="connsiteX0" fmla="*/ 0 w 3812329"/>
              <a:gd name="connsiteY0" fmla="*/ 0 h 6463165"/>
              <a:gd name="connsiteX1" fmla="*/ 3812329 w 3812329"/>
              <a:gd name="connsiteY1" fmla="*/ 0 h 6463165"/>
              <a:gd name="connsiteX2" fmla="*/ 3812329 w 3812329"/>
              <a:gd name="connsiteY2" fmla="*/ 3438145 h 6463165"/>
              <a:gd name="connsiteX3" fmla="*/ 3812260 w 3812329"/>
              <a:gd name="connsiteY3" fmla="*/ 3438145 h 6463165"/>
              <a:gd name="connsiteX4" fmla="*/ 3812329 w 3812329"/>
              <a:gd name="connsiteY4" fmla="*/ 3439516 h 6463165"/>
              <a:gd name="connsiteX5" fmla="*/ 3105531 w 3812329"/>
              <a:gd name="connsiteY5" fmla="*/ 4768828 h 6463165"/>
              <a:gd name="connsiteX6" fmla="*/ 3022551 w 3812329"/>
              <a:gd name="connsiteY6" fmla="*/ 4819239 h 6463165"/>
              <a:gd name="connsiteX7" fmla="*/ 3024069 w 3812329"/>
              <a:gd name="connsiteY7" fmla="*/ 4819239 h 6463165"/>
              <a:gd name="connsiteX8" fmla="*/ 3009642 w 3812329"/>
              <a:gd name="connsiteY8" fmla="*/ 4827081 h 6463165"/>
              <a:gd name="connsiteX9" fmla="*/ 2973354 w 3812329"/>
              <a:gd name="connsiteY9" fmla="*/ 4849127 h 6463165"/>
              <a:gd name="connsiteX10" fmla="*/ 2935894 w 3812329"/>
              <a:gd name="connsiteY10" fmla="*/ 4867172 h 6463165"/>
              <a:gd name="connsiteX11" fmla="*/ 0 w 3812329"/>
              <a:gd name="connsiteY11" fmla="*/ 6463165 h 646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12329" h="6463165">
                <a:moveTo>
                  <a:pt x="0" y="0"/>
                </a:moveTo>
                <a:lnTo>
                  <a:pt x="3812329" y="0"/>
                </a:lnTo>
                <a:lnTo>
                  <a:pt x="3812329" y="3438145"/>
                </a:lnTo>
                <a:lnTo>
                  <a:pt x="3812260" y="3438145"/>
                </a:lnTo>
                <a:lnTo>
                  <a:pt x="3812329" y="3439516"/>
                </a:lnTo>
                <a:cubicBezTo>
                  <a:pt x="3812329" y="3992869"/>
                  <a:pt x="3531962" y="4480741"/>
                  <a:pt x="3105531" y="4768828"/>
                </a:cubicBezTo>
                <a:lnTo>
                  <a:pt x="3022551" y="4819239"/>
                </a:lnTo>
                <a:lnTo>
                  <a:pt x="3024069" y="4819239"/>
                </a:lnTo>
                <a:lnTo>
                  <a:pt x="3009642" y="4827081"/>
                </a:lnTo>
                <a:lnTo>
                  <a:pt x="2973354" y="4849127"/>
                </a:lnTo>
                <a:lnTo>
                  <a:pt x="2935894" y="4867172"/>
                </a:lnTo>
                <a:lnTo>
                  <a:pt x="0" y="64631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16200000" scaled="1"/>
              <a:tileRect/>
            </a:gradFill>
          </a:ln>
        </p:spPr>
        <p:txBody>
          <a:bodyPr wrap="square" bIns="548640" anchor="ctr">
            <a:noAutofit/>
          </a:bodyPr>
          <a:lstStyle>
            <a:lvl1pPr marL="3429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6945662-09B0-EAE0-DE38-875FE45606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0880" y="1200150"/>
            <a:ext cx="5903576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1AF979F-9B80-5787-0DEC-DFEB27FFE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3548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F4975AC-12EF-9C4F-5848-9E0CC61AA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1643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s and Photo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B96408-413F-AB26-F593-5DEECB9BE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15863A-8881-4020-A586-77FC5880D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86A7A2-31AA-A826-14E9-1F0D5C6AA8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0305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61F3B5-B159-403B-26DE-F8463A0C1F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5743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3DA7183-3A86-0023-8548-AADBEAF5BE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11182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46BE9C-2B28-B14A-DFF9-C27670016CA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56620" y="1558997"/>
            <a:ext cx="1802220" cy="1802220"/>
          </a:xfrm>
          <a:custGeom>
            <a:avLst/>
            <a:gdLst>
              <a:gd name="connsiteX0" fmla="*/ 1352993 w 2705986"/>
              <a:gd name="connsiteY0" fmla="*/ 0 h 2705986"/>
              <a:gd name="connsiteX1" fmla="*/ 2705986 w 2705986"/>
              <a:gd name="connsiteY1" fmla="*/ 1352993 h 2705986"/>
              <a:gd name="connsiteX2" fmla="*/ 1352993 w 2705986"/>
              <a:gd name="connsiteY2" fmla="*/ 2705986 h 2705986"/>
              <a:gd name="connsiteX3" fmla="*/ 0 w 2705986"/>
              <a:gd name="connsiteY3" fmla="*/ 1352993 h 2705986"/>
              <a:gd name="connsiteX4" fmla="*/ 1352993 w 2705986"/>
              <a:gd name="connsiteY4" fmla="*/ 0 h 2705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5986" h="2705986">
                <a:moveTo>
                  <a:pt x="1352993" y="0"/>
                </a:moveTo>
                <a:cubicBezTo>
                  <a:pt x="2100230" y="0"/>
                  <a:pt x="2705986" y="605756"/>
                  <a:pt x="2705986" y="1352993"/>
                </a:cubicBezTo>
                <a:cubicBezTo>
                  <a:pt x="2705986" y="2100230"/>
                  <a:pt x="2100230" y="2705986"/>
                  <a:pt x="1352993" y="2705986"/>
                </a:cubicBezTo>
                <a:cubicBezTo>
                  <a:pt x="605756" y="2705986"/>
                  <a:pt x="0" y="2100230"/>
                  <a:pt x="0" y="1352993"/>
                </a:cubicBezTo>
                <a:cubicBezTo>
                  <a:pt x="0" y="605756"/>
                  <a:pt x="605756" y="0"/>
                  <a:pt x="1352993" y="0"/>
                </a:cubicBezTo>
                <a:close/>
              </a:path>
            </a:pathLst>
          </a:custGeom>
          <a:solidFill>
            <a:srgbClr val="001A47"/>
          </a:solidFill>
          <a:ln w="12700">
            <a:gradFill flip="none" rotWithShape="1">
              <a:gsLst>
                <a:gs pos="20000">
                  <a:schemeClr val="accent4"/>
                </a:gs>
                <a:gs pos="80000">
                  <a:schemeClr val="accent5"/>
                </a:gs>
              </a:gsLst>
              <a:lin ang="16200000" scaled="1"/>
              <a:tileRect/>
            </a:gra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0" rtlCol="0" anchor="ctr"/>
          <a:lstStyle>
            <a:lvl1pPr marL="0" indent="0" algn="ctr">
              <a:buFont typeface="Arial" panose="020B0604020202020204" pitchFamily="34" charset="0"/>
              <a:buNone/>
              <a:defRPr lang="en-US" dirty="0">
                <a:solidFill>
                  <a:schemeClr val="lt1"/>
                </a:solidFill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/>
              <a:t>Add photo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016E5A-F518-E463-AA5F-B111299EB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4008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57AEBF-1268-8B32-E22C-EA07DD1CC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29D5C9-BDE0-1661-42B9-D18B74CF6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E06BD8F-F896-9D14-A8AF-531DDCA6F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54D0FD3-E6F9-D9C0-E3C7-77CE228FF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2659" y="1200150"/>
            <a:ext cx="4038441" cy="352680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A41F43-C172-987E-B6FB-49586B88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6942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301952-7875-E974-88DC-05BC4E231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82FC06-65C5-C3AE-3F79-04CDB10E2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898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4B94FA-4156-ABE1-D825-A79F717BB1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12ACB5-9768-E2DE-9A5C-581EE3925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8743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2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31018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9460920-1EA2-0EB7-5238-66FBB7C0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DB3BD0E-CF3E-F51E-6109-3C6B2CA8E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B798B31-05CB-5AE1-7664-041E60B0A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2071F32-49DB-B3CE-B5A2-5DC12EB13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8783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F9EE085-F9B7-F73E-D6C9-725B70772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DACCCA8-478F-16C6-2E53-EEFADBFC8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591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st Right - Imag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1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DF0A58-7F4D-EBE3-2C4F-C571445B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87E74F-28E1-DF28-9276-70D84724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F9EE085-F9B7-F73E-D6C9-725B707724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6821" y="342901"/>
            <a:ext cx="4224278" cy="4346972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CCD947-1AC0-6DF3-35A8-66F277338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5813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6A87-81B5-64C8-9703-DFFC9BB7B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EED7E77-8404-B77D-F5CE-3814253FB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F9BC80-D743-CB74-F260-AAFD0B1907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05113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D7E8D9-0941-556A-AF97-01E2A4A49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2539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D0D511F-3C84-BE94-B677-F4B366F0EC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8027" y="1401205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F460AE6-0038-4814-98AC-0522C0C68F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05113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FFAFF50-A9D1-98C0-76A5-3B0A583389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2539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B23E5E4-BA4A-368C-65B0-85BAB18A7B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8027" y="3660096"/>
            <a:ext cx="1851217" cy="1025289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F628DB2-6F21-8074-B54E-43E248ABAC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05113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B5C2DF-05D9-765B-8B58-72ED282EA4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2540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1599E797-0DED-57E2-3231-A2B165D055C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03624" y="341710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FF0F84C-AAE6-A813-1E26-CDCF133E38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05113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B3C070B6-C4E2-BEBA-F9FF-63CD0BFDF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52540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F7A6E256-7B17-BB72-88C1-111CFB5192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03624" y="2619034"/>
            <a:ext cx="1851422" cy="995777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60BCC9-69BB-9B86-8C30-B5B790F2C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143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Dark">
    <p:bg>
      <p:bgPr>
        <a:gradFill flip="none" rotWithShape="1">
          <a:gsLst>
            <a:gs pos="0">
              <a:schemeClr val="tx1"/>
            </a:gs>
            <a:gs pos="87000">
              <a:srgbClr val="01194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E3EE30E-5CCA-CDB1-8748-DBF735C0A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B679B0E-2D51-708F-7307-EE6B54D04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D8149D17-1FDD-279D-46FD-9B8E31FA16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0264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B4C11674-BBF6-F5DA-7EC6-9943383AF3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06808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EB175DA0-234F-0FFA-4CB7-1A05A1857F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20801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E76998A8-604C-E0C7-B968-06AD57ACC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34801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FE3E68CA-A050-67CB-BBA6-B15831D56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48794" y="1618332"/>
            <a:ext cx="1502391" cy="1121102"/>
          </a:xfr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50" b="1">
                <a:solidFill>
                  <a:schemeClr val="accent4"/>
                </a:solidFill>
              </a:defRPr>
            </a:lvl1pPr>
            <a:lvl2pPr marL="377190" indent="0" algn="ctr">
              <a:buNone/>
              <a:defRPr sz="1200" b="1">
                <a:solidFill>
                  <a:schemeClr val="accent4"/>
                </a:solidFill>
              </a:defRPr>
            </a:lvl2pPr>
            <a:lvl3pPr marL="720090" indent="0" algn="ctr">
              <a:buNone/>
              <a:defRPr sz="1200" b="1">
                <a:solidFill>
                  <a:schemeClr val="accent4"/>
                </a:solidFill>
              </a:defRPr>
            </a:lvl3pPr>
            <a:lvl4pPr marL="1062990" indent="0" algn="ctr">
              <a:buNone/>
              <a:defRPr sz="1200" b="1">
                <a:solidFill>
                  <a:schemeClr val="accent4"/>
                </a:solidFill>
              </a:defRPr>
            </a:lvl4pPr>
            <a:lvl5pPr marL="1405890" indent="0" algn="ctr">
              <a:buNone/>
              <a:defRPr sz="12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9A3DB42-306E-F996-3DAD-D19C3506DC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EA25632-46FA-5687-F84F-9F4D1D48B5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06808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70D5DB0-C58F-5B6E-45D3-25246CCE0D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28258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AE1EBB8-7A17-D817-6791-07EDFB3E9B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34801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2A841459-966D-786B-97FC-85BF9D70D1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48794" y="2787458"/>
            <a:ext cx="1502391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A113765-B380-B5DC-CA33-4EE4052F7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6979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Boxes - Dark">
    <p:bg>
      <p:bgPr>
        <a:gradFill flip="none" rotWithShape="1">
          <a:gsLst>
            <a:gs pos="0">
              <a:schemeClr val="tx1"/>
            </a:gs>
            <a:gs pos="100000">
              <a:srgbClr val="011948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48792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63295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777989" y="1570307"/>
            <a:ext cx="2023110" cy="2400300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7CD562-CB75-611F-7834-3D7C5056A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33348" y="1595463"/>
            <a:ext cx="192117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9202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865CD29C-0978-0EEE-2176-EBF84B9A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28420" y="1595463"/>
            <a:ext cx="1926484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4379AB0-3487-B365-098B-787C9CB47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0496" y="1595463"/>
            <a:ext cx="192567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0A669D3-A1BA-506C-C25A-95BED032B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03AB805-16C9-7F24-B8AD-3BD827E40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E1078C9-3137-3782-9652-7E9269EA64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FECCC06-262D-3988-7178-6CFA139AD51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348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08F657-ED7A-8434-FAC9-5979613304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80495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C06036C-AADC-FCF6-D250-67F5548C91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28419" y="2787458"/>
            <a:ext cx="1920239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D15648E-7592-19E3-2A9A-9EB627C66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8056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9B336A-67C0-DB28-9CA9-34F1FE70E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3FED8-2524-14E4-C8FD-BA5B69740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3217544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6092190" y="1570308"/>
            <a:ext cx="270891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E40D46B-C74E-76C3-1B3C-4805FD9991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72663" y="1595463"/>
            <a:ext cx="260731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773AE7D4-0265-49FF-BBC3-EE913115B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2606040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31F11588-ACDE-905E-3D08-E556EDAD54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6160" y="1595463"/>
            <a:ext cx="261341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E76D8EA-DA7B-7E92-3246-E0E5A9C7C6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0264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B0BFC43-FF1B-02FE-6093-5016E7B4E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72662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CCCD3AD-95A1-4E45-3FE6-57CA7C04EF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46159" y="2787458"/>
            <a:ext cx="2594873" cy="1121101"/>
          </a:xfrm>
        </p:spPr>
        <p:txBody>
          <a:bodyPr/>
          <a:lstStyle>
            <a:lvl1pPr marL="0" indent="0" algn="ctr">
              <a:spcBef>
                <a:spcPts val="450"/>
              </a:spcBef>
              <a:buNone/>
              <a:defRPr sz="900"/>
            </a:lvl1pPr>
            <a:lvl2pPr marL="377190" indent="0" algn="ctr">
              <a:buNone/>
              <a:defRPr sz="900"/>
            </a:lvl2pPr>
            <a:lvl3pPr marL="720090" indent="0" algn="ctr">
              <a:buNone/>
              <a:defRPr sz="900"/>
            </a:lvl3pPr>
            <a:lvl4pPr marL="1062990" indent="0" algn="ctr">
              <a:buNone/>
              <a:defRPr sz="900"/>
            </a:lvl4pPr>
            <a:lvl5pPr marL="1405890" indent="0" algn="ctr">
              <a:buNone/>
              <a:defRPr sz="9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27E54AF-DD39-578A-5731-579F5BF69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1320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8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4652010" y="1570308"/>
            <a:ext cx="4149090" cy="2392681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F23D7A-A6B3-F7CF-5F22-6B7321B32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1762" y="2780496"/>
            <a:ext cx="402677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38E60D5-800D-0A50-32E4-D31076236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414" y="2780496"/>
            <a:ext cx="4034849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3FFBD2E-1933-89C8-3F4D-F8165FD70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01388C-5008-3331-C983-CBAA51A7B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79BBD389-8D30-45FE-F582-CBCBEAAE86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1762" y="1595463"/>
            <a:ext cx="4036817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04EAACC-428A-372A-0221-BB5FFD9906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6762" y="1595463"/>
            <a:ext cx="4034849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0C79DD-4611-E472-094B-A7C5C7F5C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0270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74CE18A-BB9E-B0C9-6773-4A34424BA5EF}"/>
              </a:ext>
            </a:extLst>
          </p:cNvPr>
          <p:cNvGrpSpPr/>
          <p:nvPr/>
        </p:nvGrpSpPr>
        <p:grpSpPr>
          <a:xfrm>
            <a:off x="342899" y="825354"/>
            <a:ext cx="8462886" cy="3897545"/>
            <a:chOff x="457199" y="1100471"/>
            <a:chExt cx="11283848" cy="5510429"/>
          </a:xfrm>
        </p:grpSpPr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EE909EF3-1270-87AC-1847-5559277C1109}"/>
                </a:ext>
              </a:extLst>
            </p:cNvPr>
            <p:cNvSpPr/>
            <p:nvPr/>
          </p:nvSpPr>
          <p:spPr>
            <a:xfrm>
              <a:off x="457199" y="1100471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2">
              <a:extLst>
                <a:ext uri="{FF2B5EF4-FFF2-40B4-BE49-F238E27FC236}">
                  <a16:creationId xmlns:a16="http://schemas.microsoft.com/office/drawing/2014/main" id="{225377C4-8991-D9F5-C252-278448BFE05E}"/>
                </a:ext>
              </a:extLst>
            </p:cNvPr>
            <p:cNvSpPr/>
            <p:nvPr/>
          </p:nvSpPr>
          <p:spPr>
            <a:xfrm>
              <a:off x="457199" y="2507243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Rounded Rectangle 2">
              <a:extLst>
                <a:ext uri="{FF2B5EF4-FFF2-40B4-BE49-F238E27FC236}">
                  <a16:creationId xmlns:a16="http://schemas.microsoft.com/office/drawing/2014/main" id="{8AF6D432-B627-261A-8107-51B4E11D789F}"/>
                </a:ext>
              </a:extLst>
            </p:cNvPr>
            <p:cNvSpPr/>
            <p:nvPr/>
          </p:nvSpPr>
          <p:spPr>
            <a:xfrm>
              <a:off x="457199" y="3914015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3EF414B-B76F-1C09-2D40-0178E50862A7}"/>
                </a:ext>
              </a:extLst>
            </p:cNvPr>
            <p:cNvSpPr/>
            <p:nvPr/>
          </p:nvSpPr>
          <p:spPr>
            <a:xfrm>
              <a:off x="457199" y="5320788"/>
              <a:ext cx="11283848" cy="1290112"/>
            </a:xfrm>
            <a:prstGeom prst="roundRect">
              <a:avLst>
                <a:gd name="adj" fmla="val 2592"/>
              </a:avLst>
            </a:prstGeom>
            <a:solidFill>
              <a:srgbClr val="001A47"/>
            </a:solidFill>
            <a:ln w="6350">
              <a:solidFill>
                <a:srgbClr val="FFFFFF">
                  <a:alpha val="13000"/>
                </a:srgbClr>
              </a:solidFill>
            </a:ln>
            <a:effectLst>
              <a:outerShdw blurRad="381000" dist="127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802211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878637"/>
            <a:ext cx="2318672" cy="787978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887472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E9EC3AA-7AC4-5BFC-75A4-4CFB0F51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1E74C3-2DBE-80D8-8326-7BA8C0BD1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B3BEA-9B3A-C108-35DD-D0B9F1E650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2580" y="3879568"/>
            <a:ext cx="2318672" cy="77415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02DD874-B085-AAE0-DBDC-9209B66723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873297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356AD9E-9C43-2D3D-F48A-F0060679EA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1878637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716768C-AE2E-6B15-AC8E-A70F3C7180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2" y="2870835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06A68AE-DB44-677D-7A12-6BE7AFD499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14012" y="3876176"/>
            <a:ext cx="5587409" cy="79830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AD2A7F4-0620-A78E-D267-A3D82177F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79422"/>
      </p:ext>
    </p:extLst>
  </p:cSld>
  <p:clrMapOvr>
    <a:masterClrMapping/>
  </p:clrMapOvr>
  <p:hf hd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825353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D66C29C-674D-86BF-7E80-1334A7074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80" y="869389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167159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D0A21F9-88F1-DDFE-0332-B456E50E8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2211196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8AF6D432-B627-261A-8107-51B4E11D789F}"/>
              </a:ext>
            </a:extLst>
          </p:cNvPr>
          <p:cNvSpPr/>
          <p:nvPr/>
        </p:nvSpPr>
        <p:spPr>
          <a:xfrm>
            <a:off x="342899" y="3508966"/>
            <a:ext cx="8462886" cy="1216277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7B8C586-3E67-6495-0017-71E9C42A7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3553002"/>
            <a:ext cx="2318672" cy="1121102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E9EC3AA-7AC4-5BFC-75A4-4CFB0F5194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1E74C3-2DBE-80D8-8326-7BA8C0BD1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51E46E7-000F-6874-DB60-40FA21C189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873296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1ED448D-92F8-4A65-049F-54E6AA3BD2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2217230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9A82A07-9D03-34F6-895F-7127EF4E36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012" y="3556908"/>
            <a:ext cx="5587409" cy="1117194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9FA6AF-E3C2-3E06-9FD3-3AD1A541B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43416"/>
      </p:ext>
    </p:extLst>
  </p:cSld>
  <p:clrMapOvr>
    <a:masterClrMapping/>
  </p:clrMapOvr>
  <p:hf hd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oxes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916679"/>
            <a:ext cx="8462886" cy="1759442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25377C4-8991-D9F5-C252-278448BFE05E}"/>
              </a:ext>
            </a:extLst>
          </p:cNvPr>
          <p:cNvSpPr/>
          <p:nvPr/>
        </p:nvSpPr>
        <p:spPr>
          <a:xfrm>
            <a:off x="342899" y="2857177"/>
            <a:ext cx="8462886" cy="1759442"/>
          </a:xfrm>
          <a:prstGeom prst="roundRect">
            <a:avLst>
              <a:gd name="adj" fmla="val 2592"/>
            </a:avLst>
          </a:prstGeom>
          <a:solidFill>
            <a:srgbClr val="001A47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381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5BACBC6-C45C-1E6C-95F0-D4F85F9BF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>
                <a:solidFill>
                  <a:srgbClr val="6A889B">
                    <a:lumMod val="20000"/>
                    <a:lumOff val="80000"/>
                  </a:srgbClr>
                </a:solidFill>
              </a:rPr>
              <a:t>Sophos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4A7BF5A-AA57-0EF3-780F-2F954402D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defTabSz="685800">
              <a:defRPr/>
            </a:pPr>
            <a:fld id="{529656E8-BAEF-4632-8FE8-F6CB512D0232}" type="slidenum">
              <a:rPr lang="en-US" smtClean="0">
                <a:solidFill>
                  <a:srgbClr val="6A889B">
                    <a:lumMod val="20000"/>
                    <a:lumOff val="80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6A889B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50EC587-8D3D-5094-E00D-4B3C3878EB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14012" y="960714"/>
            <a:ext cx="5587409" cy="1621765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BD98B8B-5EC1-8BC0-03D7-68D7E8AF32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14012" y="2931169"/>
            <a:ext cx="5587409" cy="1621765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4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4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4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4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AC057AD-6831-48C5-02F6-C4F2E3AE86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580" y="1011639"/>
            <a:ext cx="2318672" cy="159048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D7B9C2D-3280-114E-DDAA-6139EFA42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580" y="2931169"/>
            <a:ext cx="2318672" cy="1590489"/>
          </a:xfrm>
          <a:noFill/>
        </p:spPr>
        <p:txBody>
          <a:bodyPr wrap="square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accent4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A092A4C-7036-A139-ACFA-24179950B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9166" y="4871666"/>
            <a:ext cx="1096655" cy="1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809293"/>
      </p:ext>
    </p:extLst>
  </p:cSld>
  <p:clrMapOvr>
    <a:masterClrMapping/>
  </p:clrMapOvr>
  <p:hf hdr="0" dt="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0A2CBB73-988A-3A65-AFCB-3551DF97E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8116" y="2332435"/>
            <a:ext cx="5007769" cy="47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79084"/>
      </p:ext>
    </p:extLst>
  </p:cSld>
  <p:clrMapOvr>
    <a:masterClrMapping/>
  </p:clrMapOvr>
  <p:hf sldNum="0" hdr="0" ftr="0" dt="0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 with Tagline">
    <p:bg>
      <p:bgPr>
        <a:gradFill flip="none" rotWithShape="1">
          <a:gsLst>
            <a:gs pos="100000">
              <a:srgbClr val="10037C"/>
            </a:gs>
            <a:gs pos="21000">
              <a:schemeClr val="tx2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C40939-ACE1-BF14-64B1-7309CF7AE4E8}"/>
              </a:ext>
            </a:extLst>
          </p:cNvPr>
          <p:cNvGrpSpPr/>
          <p:nvPr/>
        </p:nvGrpSpPr>
        <p:grpSpPr>
          <a:xfrm>
            <a:off x="2068116" y="2172957"/>
            <a:ext cx="5007769" cy="797588"/>
            <a:chOff x="2757487" y="2897275"/>
            <a:chExt cx="6677025" cy="106345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174AB75-03C1-56B7-B1E7-2DD31A31BC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72841" y="3736289"/>
              <a:ext cx="4658779" cy="224437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995616A-2662-2461-92DC-2C3BC8B317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7487" y="2897275"/>
              <a:ext cx="6677025" cy="632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5305633"/>
      </p:ext>
    </p:extLst>
  </p:cSld>
  <p:clrMapOvr>
    <a:masterClrMapping/>
  </p:clrMapOvr>
  <p:hf sldNum="0" hdr="0" ftr="0" dt="0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List Right - Imag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97" y="342900"/>
            <a:ext cx="3420212" cy="434697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ED6572-721F-F4EC-CB7A-C62A9E75F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24F21-CCF7-BD7A-BBD5-217F18A9D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B5769E4-FD0B-FFF6-FAB1-3C3C62EEE7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6822" y="342901"/>
            <a:ext cx="4224278" cy="434697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7738E1-6FF2-FBAF-BA37-4CB57523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6771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F67123C-49B5-B1CE-2889-75CABDB49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8C0EAEF-8D80-FC51-7837-72F529DA8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9AD71C-3549-957F-4046-B51D00360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50007"/>
            <a:ext cx="8458201" cy="334563"/>
          </a:xfrm>
        </p:spPr>
        <p:txBody>
          <a:bodyPr/>
          <a:lstStyle>
            <a:lvl1pPr>
              <a:defRPr sz="2400" spc="-38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302384-0A45-5DB1-03D8-A4F37827D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5375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Boxes - Light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342899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205689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3770885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5484878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029193BA-E4A4-601B-7B06-D0F7B57BAEDF}"/>
              </a:ext>
            </a:extLst>
          </p:cNvPr>
          <p:cNvSpPr/>
          <p:nvPr/>
        </p:nvSpPr>
        <p:spPr>
          <a:xfrm>
            <a:off x="7198872" y="1570307"/>
            <a:ext cx="1602224" cy="240030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F95C106-C97D-76BB-0A93-DA5D562E1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FA1E20-86B1-A89B-8A8D-D3184982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22F506B-8F58-8B75-CD39-97EA8C53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2022" y="1595463"/>
            <a:ext cx="1527845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02E0BB3-C690-9FFC-D288-DFB02961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96" y="1595463"/>
            <a:ext cx="1527101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7F464B8-F7AA-8382-0F07-6EFD4D14D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9605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E5EF2FB-8701-86C0-77AE-9BFE44E4A8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5806" y="1595463"/>
            <a:ext cx="1531423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D2349843-3369-4CA5-F65E-FE4FB6016F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26017" y="1595463"/>
            <a:ext cx="1532066" cy="1121102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7E4F4AC2-B7CB-B1AB-E4D9-17D6BFE51B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97216" y="2780496"/>
            <a:ext cx="1522651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8D79DC3-CD30-3B43-7D1E-3E2FF9130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47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99A665E-2203-069B-F272-D9FE5341B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3679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D0EB984-1B8F-B3E7-BCE9-E301E20823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28121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03FF109-EEFE-032F-B517-A0857DB58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4533" y="2780496"/>
            <a:ext cx="1523550" cy="1121102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CC7D50-9A44-CC63-0D05-EFFF87697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4887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Content Boxes - Light">
    <p:bg>
      <p:bgPr>
        <a:solidFill>
          <a:srgbClr val="F8F8FA">
            <a:alpha val="6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E408-2509-F961-E98B-905D3ABB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41724"/>
            <a:ext cx="2307914" cy="438467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EE909EF3-1270-87AC-1847-5559277C1109}"/>
              </a:ext>
            </a:extLst>
          </p:cNvPr>
          <p:cNvSpPr/>
          <p:nvPr/>
        </p:nvSpPr>
        <p:spPr>
          <a:xfrm>
            <a:off x="4806384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7815B6F-2D25-8786-CB8F-11E4FB9639C8}"/>
              </a:ext>
            </a:extLst>
          </p:cNvPr>
          <p:cNvSpPr/>
          <p:nvPr/>
        </p:nvSpPr>
        <p:spPr>
          <a:xfrm>
            <a:off x="6857571" y="296828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ED7A1AEC-3C0C-4774-9809-41FAC98DEDE2}"/>
              </a:ext>
            </a:extLst>
          </p:cNvPr>
          <p:cNvSpPr/>
          <p:nvPr/>
        </p:nvSpPr>
        <p:spPr>
          <a:xfrm>
            <a:off x="4806384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12A5789-B6BF-C615-9E80-7E0B6EE5E868}"/>
              </a:ext>
            </a:extLst>
          </p:cNvPr>
          <p:cNvSpPr/>
          <p:nvPr/>
        </p:nvSpPr>
        <p:spPr>
          <a:xfrm>
            <a:off x="6857571" y="2574925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B0E5FDC0-9F11-9B25-4381-E9D9857AA896}"/>
              </a:ext>
            </a:extLst>
          </p:cNvPr>
          <p:cNvSpPr/>
          <p:nvPr/>
        </p:nvSpPr>
        <p:spPr>
          <a:xfrm>
            <a:off x="2758471" y="295652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D50713DB-84F6-B0B4-C430-2AC50DF40CB9}"/>
              </a:ext>
            </a:extLst>
          </p:cNvPr>
          <p:cNvSpPr/>
          <p:nvPr/>
        </p:nvSpPr>
        <p:spPr>
          <a:xfrm>
            <a:off x="2758471" y="2573750"/>
            <a:ext cx="1943530" cy="219456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6350">
            <a:solidFill>
              <a:srgbClr val="FFFFFF">
                <a:alpha val="13000"/>
              </a:srgbClr>
            </a:solidFill>
          </a:ln>
          <a:effectLst>
            <a:outerShdw blurRad="254000" dist="635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D6DBC-C846-C808-EDB1-4FB06DB31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28FE79-B118-641B-770B-DC77DEF8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ECF379-3BE3-EAD4-A93F-1D931543A7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2578" y="1400328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2B52FDB6-7F78-DE0E-4B9B-AD72A7A7A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04669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92335C2-9FD7-7CBE-2518-BAF97DEF6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9587" y="1400328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7FB5EEF9-C7FF-599B-7042-522CBAD30C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52578" y="3660096"/>
            <a:ext cx="1850567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FDF4731-3155-3F8B-FE52-32F8449E3F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04669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3A88FE90-3633-2191-C3BE-674A37F84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99587" y="3660096"/>
            <a:ext cx="1851659" cy="1047451"/>
          </a:xfrm>
          <a:noFill/>
        </p:spPr>
        <p:txBody>
          <a:bodyPr wrap="square">
            <a:noAutofit/>
          </a:bodyPr>
          <a:lstStyle>
            <a:lvl1pPr marL="0" indent="0" algn="ctr">
              <a:lnSpc>
                <a:spcPct val="114000"/>
              </a:lnSpc>
              <a:spcBef>
                <a:spcPts val="450"/>
              </a:spcBef>
              <a:buNone/>
              <a:defRPr lang="en-US" sz="900" dirty="0" smtClean="0">
                <a:solidFill>
                  <a:schemeClr val="tx1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11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7ADA164-44F9-F404-735E-82EFF0B3F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2578" y="341724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D1A9BAB-C905-0C39-7A4B-829DA077E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4668" y="341724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AC790A8-1BB0-CBED-0576-8CBAF0638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99587" y="341724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2B94BBC-3615-F07C-2873-B784721856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52578" y="2602157"/>
            <a:ext cx="1850567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46047C5-6D7A-1D31-8034-0E1FF6D56A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04668" y="2602157"/>
            <a:ext cx="1849664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EDA337F3-F90A-A4CA-F813-5825DEBEED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99587" y="2602157"/>
            <a:ext cx="1854900" cy="1016171"/>
          </a:xfrm>
          <a:noFill/>
        </p:spPr>
        <p:txBody>
          <a:bodyPr wrap="square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1350" b="1" kern="1200" dirty="0">
                <a:solidFill>
                  <a:schemeClr val="tx2"/>
                </a:solidFill>
                <a:latin typeface="Aptos" panose="020B00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>
              <a:defRPr lang="en-US" dirty="0" smtClean="0"/>
            </a:lvl2pPr>
            <a:lvl3pPr>
              <a:defRPr lang="en-US" sz="1350" dirty="0" smtClean="0"/>
            </a:lvl3pPr>
            <a:lvl4pPr>
              <a:defRPr lang="en-US" sz="1350" dirty="0" smtClean="0"/>
            </a:lvl4pPr>
            <a:lvl5pPr>
              <a:defRPr lang="en-US" sz="1350" dirty="0"/>
            </a:lvl5pPr>
          </a:lstStyle>
          <a:p>
            <a:pPr marL="0" lvl="0" algn="ctr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6C3AADA1-B781-76BF-08BD-96D10A88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4759" y="4872782"/>
            <a:ext cx="1086341" cy="1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4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34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3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63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32" Type="http://schemas.openxmlformats.org/officeDocument/2006/relationships/slideLayout" Target="../slideLayouts/slideLayout66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2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65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4.xml"/><Relationship Id="rId35" Type="http://schemas.openxmlformats.org/officeDocument/2006/relationships/slideLayout" Target="../slideLayouts/slideLayout69.xml"/><Relationship Id="rId8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95.xml"/><Relationship Id="rId3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90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94.xml"/><Relationship Id="rId3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8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6.xml"/><Relationship Id="rId30" Type="http://schemas.openxmlformats.org/officeDocument/2006/relationships/slideLayout" Target="../slideLayouts/slideLayout99.xml"/><Relationship Id="rId8" Type="http://schemas.openxmlformats.org/officeDocument/2006/relationships/slideLayout" Target="../slideLayouts/slideLayout77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123.xml"/><Relationship Id="rId34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119.xml"/><Relationship Id="rId25" Type="http://schemas.openxmlformats.org/officeDocument/2006/relationships/slideLayout" Target="../slideLayouts/slideLayout127.xml"/><Relationship Id="rId3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18.xml"/><Relationship Id="rId20" Type="http://schemas.openxmlformats.org/officeDocument/2006/relationships/slideLayout" Target="../slideLayouts/slideLayout122.xml"/><Relationship Id="rId29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24" Type="http://schemas.openxmlformats.org/officeDocument/2006/relationships/slideLayout" Target="../slideLayouts/slideLayout126.xml"/><Relationship Id="rId32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7.xml"/><Relationship Id="rId23" Type="http://schemas.openxmlformats.org/officeDocument/2006/relationships/slideLayout" Target="../slideLayouts/slideLayout125.xml"/><Relationship Id="rId28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21.xml"/><Relationship Id="rId31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24.xml"/><Relationship Id="rId27" Type="http://schemas.openxmlformats.org/officeDocument/2006/relationships/slideLayout" Target="../slideLayouts/slideLayout129.xml"/><Relationship Id="rId30" Type="http://schemas.openxmlformats.org/officeDocument/2006/relationships/slideLayout" Target="../slideLayouts/slideLayout132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8A057-617D-D61B-F814-D0292F5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8458201" cy="33456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19ED-E0B3-6AB6-7C7F-AAAE0F8A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8458201" cy="3432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F9B336A-67C0-DB28-9CA9-34F1FE70E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3FED8-2524-14E4-C8FD-BA5B69740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76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  <p:sldLayoutId id="2147483787" r:id="rId24"/>
    <p:sldLayoutId id="2147483788" r:id="rId25"/>
    <p:sldLayoutId id="2147483789" r:id="rId26"/>
    <p:sldLayoutId id="2147483790" r:id="rId27"/>
    <p:sldLayoutId id="2147483791" r:id="rId28"/>
    <p:sldLayoutId id="2147483792" r:id="rId29"/>
    <p:sldLayoutId id="2147483793" r:id="rId30"/>
    <p:sldLayoutId id="2147483794" r:id="rId31"/>
    <p:sldLayoutId id="2147483795" r:id="rId32"/>
    <p:sldLayoutId id="2147483796" r:id="rId33"/>
    <p:sldLayoutId id="2147483761" r:id="rId3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-38" baseline="0"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100000"/>
        </a:lnSpc>
        <a:spcBef>
          <a:spcPts val="13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ptos" panose="020B0004020202020204" pitchFamily="34" charset="0"/>
        <a:buChar char="–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ptos" panose="020B0004020202020204" pitchFamily="34" charset="0"/>
        <a:buChar char="–"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144">
          <p15:clr>
            <a:srgbClr val="F26B43"/>
          </p15:clr>
        </p15:guide>
        <p15:guide id="5" pos="284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pos="7392">
          <p15:clr>
            <a:srgbClr val="F26B43"/>
          </p15:clr>
        </p15:guide>
        <p15:guide id="8" pos="7536">
          <p15:clr>
            <a:srgbClr val="F26B43"/>
          </p15:clr>
        </p15:guide>
        <p15:guide id="9" orient="horz" pos="1008">
          <p15:clr>
            <a:srgbClr val="F26B43"/>
          </p15:clr>
        </p15:guide>
        <p15:guide id="10" pos="52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8A057-617D-D61B-F814-D0292F5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8458201" cy="33456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19ED-E0B3-6AB6-7C7F-AAAE0F8A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8458201" cy="3432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5A6CFB-E096-4219-6C0B-8C1759271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B2BC72A-6F03-2B0E-8113-A1AE11B7A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6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17" r:id="rId20"/>
    <p:sldLayoutId id="2147483818" r:id="rId21"/>
    <p:sldLayoutId id="2147483819" r:id="rId22"/>
    <p:sldLayoutId id="2147483820" r:id="rId23"/>
    <p:sldLayoutId id="2147483821" r:id="rId24"/>
    <p:sldLayoutId id="2147483822" r:id="rId25"/>
    <p:sldLayoutId id="2147483823" r:id="rId26"/>
    <p:sldLayoutId id="2147483824" r:id="rId27"/>
    <p:sldLayoutId id="2147483825" r:id="rId28"/>
    <p:sldLayoutId id="2147483826" r:id="rId29"/>
    <p:sldLayoutId id="2147483827" r:id="rId30"/>
    <p:sldLayoutId id="2147483828" r:id="rId31"/>
    <p:sldLayoutId id="2147483829" r:id="rId32"/>
    <p:sldLayoutId id="2147483830" r:id="rId33"/>
    <p:sldLayoutId id="2147483831" r:id="rId34"/>
    <p:sldLayoutId id="2147483832" r:id="rId3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-38" baseline="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100000"/>
        </a:lnSpc>
        <a:spcBef>
          <a:spcPts val="1350"/>
        </a:spcBef>
        <a:buClr>
          <a:schemeClr val="accent4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ptos" panose="020B0004020202020204" pitchFamily="34" charset="0"/>
        <a:buChar char="–"/>
        <a:defRPr sz="12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ptos" panose="020B0004020202020204" pitchFamily="34" charset="0"/>
        <a:buChar char="–"/>
        <a:defRPr sz="10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rial" panose="020B0604020202020204" pitchFamily="34" charset="0"/>
        <a:buChar char="•"/>
        <a:defRPr sz="10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144">
          <p15:clr>
            <a:srgbClr val="F26B43"/>
          </p15:clr>
        </p15:guide>
        <p15:guide id="5" pos="284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pos="7392">
          <p15:clr>
            <a:srgbClr val="F26B43"/>
          </p15:clr>
        </p15:guide>
        <p15:guide id="8" pos="7536">
          <p15:clr>
            <a:srgbClr val="F26B43"/>
          </p15:clr>
        </p15:guide>
        <p15:guide id="9" orient="horz" pos="1008">
          <p15:clr>
            <a:srgbClr val="F26B43"/>
          </p15:clr>
        </p15:guide>
        <p15:guide id="10" pos="52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8A057-617D-D61B-F814-D0292F5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8458201" cy="33456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19ED-E0B3-6AB6-7C7F-AAAE0F8A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8458201" cy="3432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F9B336A-67C0-DB28-9CA9-34F1FE70E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3FED8-2524-14E4-C8FD-BA5B69740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55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1" r:id="rId18"/>
    <p:sldLayoutId id="2147483852" r:id="rId19"/>
    <p:sldLayoutId id="2147483853" r:id="rId20"/>
    <p:sldLayoutId id="2147483854" r:id="rId21"/>
    <p:sldLayoutId id="2147483855" r:id="rId22"/>
    <p:sldLayoutId id="2147483856" r:id="rId23"/>
    <p:sldLayoutId id="2147483857" r:id="rId24"/>
    <p:sldLayoutId id="2147483858" r:id="rId25"/>
    <p:sldLayoutId id="2147483859" r:id="rId26"/>
    <p:sldLayoutId id="2147483860" r:id="rId27"/>
    <p:sldLayoutId id="2147483861" r:id="rId28"/>
    <p:sldLayoutId id="2147483862" r:id="rId29"/>
    <p:sldLayoutId id="2147483863" r:id="rId30"/>
    <p:sldLayoutId id="2147483864" r:id="rId31"/>
    <p:sldLayoutId id="2147483865" r:id="rId32"/>
    <p:sldLayoutId id="2147483866" r:id="rId3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-38" baseline="0"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100000"/>
        </a:lnSpc>
        <a:spcBef>
          <a:spcPts val="13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ptos" panose="020B0004020202020204" pitchFamily="34" charset="0"/>
        <a:buChar char="–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ptos" panose="020B0004020202020204" pitchFamily="34" charset="0"/>
        <a:buChar char="–"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144">
          <p15:clr>
            <a:srgbClr val="F26B43"/>
          </p15:clr>
        </p15:guide>
        <p15:guide id="5" pos="284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pos="7392">
          <p15:clr>
            <a:srgbClr val="F26B43"/>
          </p15:clr>
        </p15:guide>
        <p15:guide id="8" pos="7536">
          <p15:clr>
            <a:srgbClr val="F26B43"/>
          </p15:clr>
        </p15:guide>
        <p15:guide id="9" orient="horz" pos="1008">
          <p15:clr>
            <a:srgbClr val="F26B43"/>
          </p15:clr>
        </p15:guide>
        <p15:guide id="10" pos="52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8A057-617D-D61B-F814-D0292F5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50007"/>
            <a:ext cx="8458201" cy="33456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819ED-E0B3-6AB6-7C7F-AAAE0F8A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8458201" cy="34325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5A6CFB-E096-4219-6C0B-8C1759271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0497" y="4825081"/>
            <a:ext cx="1152672" cy="2217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Sophos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B2BC72A-6F03-2B0E-8113-A1AE11B7A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941" y="4825081"/>
            <a:ext cx="239852" cy="22170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675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fld id="{529656E8-BAEF-4632-8FE8-F6CB512D02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09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  <p:sldLayoutId id="2147483885" r:id="rId18"/>
    <p:sldLayoutId id="2147483886" r:id="rId19"/>
    <p:sldLayoutId id="2147483887" r:id="rId20"/>
    <p:sldLayoutId id="2147483888" r:id="rId21"/>
    <p:sldLayoutId id="2147483889" r:id="rId22"/>
    <p:sldLayoutId id="2147483890" r:id="rId23"/>
    <p:sldLayoutId id="2147483891" r:id="rId24"/>
    <p:sldLayoutId id="2147483892" r:id="rId25"/>
    <p:sldLayoutId id="2147483893" r:id="rId26"/>
    <p:sldLayoutId id="2147483894" r:id="rId27"/>
    <p:sldLayoutId id="2147483895" r:id="rId28"/>
    <p:sldLayoutId id="2147483896" r:id="rId29"/>
    <p:sldLayoutId id="2147483897" r:id="rId30"/>
    <p:sldLayoutId id="2147483898" r:id="rId31"/>
    <p:sldLayoutId id="2147483899" r:id="rId32"/>
    <p:sldLayoutId id="2147483900" r:id="rId33"/>
    <p:sldLayoutId id="2147483901" r:id="rId3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spc="-38" baseline="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100000"/>
        </a:lnSpc>
        <a:spcBef>
          <a:spcPts val="1350"/>
        </a:spcBef>
        <a:buClr>
          <a:schemeClr val="accent4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ptos" panose="020B0004020202020204" pitchFamily="34" charset="0"/>
        <a:buChar char="–"/>
        <a:defRPr sz="12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ptos" panose="020B0004020202020204" pitchFamily="34" charset="0"/>
        <a:buChar char="–"/>
        <a:defRPr sz="10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Font typeface="Arial" panose="020B0604020202020204" pitchFamily="34" charset="0"/>
        <a:buChar char="•"/>
        <a:defRPr sz="105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144">
          <p15:clr>
            <a:srgbClr val="F26B43"/>
          </p15:clr>
        </p15:guide>
        <p15:guide id="5" pos="284">
          <p15:clr>
            <a:srgbClr val="F26B43"/>
          </p15:clr>
        </p15:guide>
        <p15:guide id="6" orient="horz" pos="288">
          <p15:clr>
            <a:srgbClr val="F26B43"/>
          </p15:clr>
        </p15:guide>
        <p15:guide id="7" pos="7392">
          <p15:clr>
            <a:srgbClr val="F26B43"/>
          </p15:clr>
        </p15:guide>
        <p15:guide id="8" pos="7536">
          <p15:clr>
            <a:srgbClr val="F26B43"/>
          </p15:clr>
        </p15:guide>
        <p15:guide id="9" orient="horz" pos="1008">
          <p15:clr>
            <a:srgbClr val="F26B43"/>
          </p15:clr>
        </p15:guide>
        <p15:guide id="10" pos="5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F2B3"/>
            </a:gs>
            <a:gs pos="100000">
              <a:srgbClr val="10037C"/>
            </a:gs>
            <a:gs pos="49000">
              <a:srgbClr val="2006F7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7E84AB-9F61-325B-2860-476E6623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2571750"/>
            <a:ext cx="3780289" cy="1015550"/>
          </a:xfrm>
        </p:spPr>
        <p:txBody>
          <a:bodyPr/>
          <a:lstStyle/>
          <a:p>
            <a:pPr algn="l"/>
            <a:r>
              <a:rPr lang="en-US" dirty="0"/>
              <a:t>Rep Playbook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70557-17F2-92C2-EE84-EFA114AD4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715356"/>
            <a:ext cx="5309080" cy="1164141"/>
          </a:xfrm>
        </p:spPr>
        <p:txBody>
          <a:bodyPr/>
          <a:lstStyle/>
          <a:p>
            <a:r>
              <a:rPr lang="en-US" b="1" dirty="0">
                <a:solidFill>
                  <a:srgbClr val="AABDE8"/>
                </a:solidFill>
              </a:rPr>
              <a:t>Account: </a:t>
            </a:r>
            <a:r>
              <a:rPr lang="en-US" dirty="0">
                <a:solidFill>
                  <a:srgbClr val="FFFFFF"/>
                </a:solidFill>
              </a:rPr>
              <a:t>[Account Name]</a:t>
            </a:r>
            <a:endParaRPr lang="en-US" dirty="0"/>
          </a:p>
          <a:p>
            <a:r>
              <a:rPr lang="en-US" b="1" dirty="0">
                <a:solidFill>
                  <a:srgbClr val="AABDE8"/>
                </a:solidFill>
              </a:rPr>
              <a:t>Territory: </a:t>
            </a:r>
            <a:r>
              <a:rPr lang="en-US" dirty="0">
                <a:solidFill>
                  <a:srgbClr val="FFFFFF"/>
                </a:solidFill>
              </a:rPr>
              <a:t>[Region / Vertical]</a:t>
            </a:r>
            <a:endParaRPr lang="en-US" dirty="0"/>
          </a:p>
          <a:p>
            <a:r>
              <a:rPr lang="en-US" b="1" dirty="0">
                <a:solidFill>
                  <a:srgbClr val="AABDE8"/>
                </a:solidFill>
              </a:rPr>
              <a:t>Period: </a:t>
            </a:r>
            <a:r>
              <a:rPr lang="en-US" dirty="0">
                <a:solidFill>
                  <a:srgbClr val="FFFFFF"/>
                </a:solidFill>
              </a:rPr>
              <a:t>[Q1 2026 — Q2 2026]</a:t>
            </a:r>
          </a:p>
          <a:p>
            <a:r>
              <a:rPr lang="en-US" b="1" dirty="0">
                <a:solidFill>
                  <a:srgbClr val="AABDE8"/>
                </a:solidFill>
              </a:rPr>
              <a:t>Threads Analyzed: </a:t>
            </a:r>
            <a:r>
              <a:rPr lang="en-US" dirty="0">
                <a:solidFill>
                  <a:srgbClr val="FFFFFF"/>
                </a:solidFill>
              </a:rPr>
              <a:t>[24 threads / 149 emails]</a:t>
            </a:r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4B7CC40-BC8D-D321-539A-F4D95BC3839F}"/>
              </a:ext>
            </a:extLst>
          </p:cNvPr>
          <p:cNvSpPr/>
          <p:nvPr/>
        </p:nvSpPr>
        <p:spPr>
          <a:xfrm>
            <a:off x="623887" y="3079525"/>
            <a:ext cx="52087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F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Intelligence &amp; Pattern Analysis</a:t>
            </a:r>
            <a:endParaRPr lang="en-US" sz="1800" dirty="0">
              <a:solidFill>
                <a:srgbClr val="00F2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12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DE8"/>
                </a:solidFill>
                <a:latin typeface="Aptos" panose="020B0004020202020204" pitchFamily="34" charset="0"/>
              </a:rPr>
              <a:t>SOPHOS  |  DEALTRACE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  <a:latin typeface="Aptos" panose="020B0004020202020204" pitchFamily="34" charset="0"/>
              </a:rPr>
              <a:t>CONFIDENTIAL</a:t>
            </a:r>
            <a:endParaRPr lang="en-US" sz="8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Deal</a:t>
            </a: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Summary Scorecard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</a:t>
            </a: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performance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snapshot across all analyzed threads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ptos" panose="020B0004020202020204" pitchFamily="34" charset="0"/>
              </a:rPr>
              <a:t>Sophos Confidential  |  DealTrace Rep Playbook  |  Generated by DealTrace AI Engine</a:t>
            </a:r>
            <a:endParaRPr lang="en-US" sz="8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64008" cy="105156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17739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" y="22311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Analyzed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4231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active deals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664208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1664208"/>
            <a:ext cx="64008" cy="105156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56432" y="17739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456432" y="22311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56432" y="24231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win 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664208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1664208"/>
            <a:ext cx="64008" cy="105156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91072" y="17739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291072" y="22311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1072" y="24231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loss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21792" y="3401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" y="35935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pipeline at risk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283464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91840" y="283464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56432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38m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3456432" y="3401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Time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56432" y="35935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reply to prospect msg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83464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26480" y="2834640"/>
            <a:ext cx="64008" cy="1051560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91072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6291072" y="3401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Thread Length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91072" y="35935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per deal thread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E8EDF9"/>
          </a:solidFill>
          <a:ln w="12700">
            <a:solidFill>
              <a:srgbClr val="CA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404164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1E5E"/>
                </a:solidFill>
              </a:rPr>
              <a:t>💡  This scorecard is automatically generated from email thread analysis. Each metric is derived from behavioral signals detected across all deal threads in scope.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DE8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What</a:t>
            </a: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</a:t>
            </a: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patterns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consistently present in closed-won deals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Rep Playbook  |  Generated by DealTrace AI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3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3931920" cy="3063240"/>
          </a:xfrm>
          <a:prstGeom prst="rect">
            <a:avLst/>
          </a:prstGeom>
          <a:solidFill>
            <a:srgbClr val="00A86B">
              <a:alpha val="8000"/>
            </a:srgbClr>
          </a:solidFill>
          <a:ln w="1905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91440" cy="306324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83408" y="1001018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A86B"/>
                </a:solidFill>
              </a:rPr>
              <a:t>TOP WIN SIGNALS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-3210105" y="1942105"/>
            <a:ext cx="201168" cy="201168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Stakeholder Expansion  </a:t>
            </a:r>
            <a:r>
              <a:rPr lang="en-US" sz="950" dirty="0">
                <a:solidFill>
                  <a:srgbClr val="2D3748"/>
                </a:solidFill>
              </a:rPr>
              <a:t>Champion proactively added technical/exec stakeholders in ≤2 replies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14400" y="25511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Urgency Declaration  </a:t>
            </a:r>
            <a:r>
              <a:rPr lang="en-US" sz="950" dirty="0">
                <a:solidFill>
                  <a:srgbClr val="2D3748"/>
                </a:solidFill>
              </a:rPr>
              <a:t>Prospect cited a hard deadline, audit, or breach event as trigger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14400" y="2953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Fast Response Cadence  </a:t>
            </a:r>
            <a:r>
              <a:rPr lang="en-US" sz="950" dirty="0">
                <a:solidFill>
                  <a:srgbClr val="2D3748"/>
                </a:solidFill>
              </a:rPr>
              <a:t>Bidirectional reply time &lt; 4 hours in first 3 exchanges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14400" y="33558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Proposal Accepted  </a:t>
            </a:r>
            <a:r>
              <a:rPr lang="en-US" sz="950" dirty="0">
                <a:solidFill>
                  <a:srgbClr val="2D3748"/>
                </a:solidFill>
              </a:rPr>
              <a:t>Pricing or proposal acknowledged without pushback in first review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14400" y="37581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Competitor Comparison  </a:t>
            </a:r>
            <a:r>
              <a:rPr lang="en-US" sz="950" dirty="0">
                <a:solidFill>
                  <a:srgbClr val="2D3748"/>
                </a:solidFill>
              </a:rPr>
              <a:t>Rep provided a direct, data-backed comparison document when challenged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1440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Multi-thread Alignment  </a:t>
            </a:r>
            <a:r>
              <a:rPr lang="en-US" sz="950" dirty="0">
                <a:solidFill>
                  <a:srgbClr val="2D3748"/>
                </a:solidFill>
              </a:rPr>
              <a:t>CISO/IT Director and business stakeholder aligned in same thread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17720" y="1627632"/>
            <a:ext cx="4069080" cy="306324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548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1E5E"/>
                </a:solidFill>
              </a:rPr>
              <a:t>WIN RATE BY SIGNAL PRESENCE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54880" y="2121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Stakeholder Expansion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54880" y="2350008"/>
            <a:ext cx="32918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754880" y="2350008"/>
            <a:ext cx="2863901" cy="14630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691933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6B"/>
                </a:solidFill>
              </a:rPr>
              <a:t>87%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0" y="2578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Hard Deadline Present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54880" y="2807208"/>
            <a:ext cx="32918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754880" y="2807208"/>
            <a:ext cx="2699309" cy="14630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527341" y="27797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6B"/>
                </a:solidFill>
              </a:rPr>
              <a:t>82%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54880" y="3035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Fast Reply Cadence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54880" y="3264408"/>
            <a:ext cx="32918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754880" y="3264408"/>
            <a:ext cx="2600554" cy="14630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428586" y="32369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6B"/>
                </a:solidFill>
              </a:rPr>
              <a:t>79%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75488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Proposal Accepted ≤1wk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754880" y="3721608"/>
            <a:ext cx="32918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754880" y="3721608"/>
            <a:ext cx="2435962" cy="14630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263994" y="36941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6B"/>
                </a:solidFill>
              </a:rPr>
              <a:t>74%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754880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Exec Alignment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754880" y="4178808"/>
            <a:ext cx="32918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754880" y="4178808"/>
            <a:ext cx="2337206" cy="14630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165238" y="4151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6B"/>
                </a:solidFill>
              </a:rPr>
              <a:t>71%</a:t>
            </a: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A223F9-A8D4-88F0-E287-35F6A3E60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" y="17846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04AB6A4-3CE5-CFD6-4CCF-9E487B51B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69" y="2661656"/>
            <a:ext cx="1800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6">
            <a:extLst>
              <a:ext uri="{FF2B5EF4-FFF2-40B4-BE49-F238E27FC236}">
                <a16:creationId xmlns:a16="http://schemas.microsoft.com/office/drawing/2014/main" id="{7E716A7E-68B8-972E-C74D-7BDD02186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69" y="2260008"/>
            <a:ext cx="1800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>
            <a:extLst>
              <a:ext uri="{FF2B5EF4-FFF2-40B4-BE49-F238E27FC236}">
                <a16:creationId xmlns:a16="http://schemas.microsoft.com/office/drawing/2014/main" id="{3C52AEE8-A79F-A7EE-974A-7E5F8FEA3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04" y="3056976"/>
            <a:ext cx="1800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6">
            <a:extLst>
              <a:ext uri="{FF2B5EF4-FFF2-40B4-BE49-F238E27FC236}">
                <a16:creationId xmlns:a16="http://schemas.microsoft.com/office/drawing/2014/main" id="{79117BB9-CADD-8109-06EE-714367C51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69" y="3452296"/>
            <a:ext cx="1800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6">
            <a:extLst>
              <a:ext uri="{FF2B5EF4-FFF2-40B4-BE49-F238E27FC236}">
                <a16:creationId xmlns:a16="http://schemas.microsoft.com/office/drawing/2014/main" id="{C63AD781-E4C5-149B-80A7-25980CED3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36" y="3847616"/>
            <a:ext cx="1800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ED3BAF83-CAB5-1E22-718C-8926DFA15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69" y="4262544"/>
            <a:ext cx="1800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451" y="9144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DE8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26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Lost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signals in </a:t>
            </a: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closed-lost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ghosted deals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Rep Playbook  |  Generated by DealTrace AI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4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274320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LOSS REASON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79476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FREQUENCY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WHAT HAPPENED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19202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Budget Mismatch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2011680"/>
            <a:ext cx="594360" cy="237744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94760" y="20116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42%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9202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Prospect's stated budget was &lt; 50% of proposal value with no negotiation path surfaced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59152"/>
            <a:ext cx="8229600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23591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Ghosting After Proposal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4760" y="2450592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94760" y="24505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33%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3591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No reply within 14 days of proposal send; no stakeholder re-engagement attempt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798064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27980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Competitor Chosen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94760" y="2889504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94760" y="28895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7980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Explicit competitor selection, often CrowdStrike or SentinelOne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236976"/>
            <a:ext cx="8229600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2369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Legal/DPA Block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94760" y="3328416"/>
            <a:ext cx="594360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94760" y="33284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2369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Contractual requirements Sophos could not meet (DPA clauses, data residency)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675888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6758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Champion Departed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94760" y="3767328"/>
            <a:ext cx="594360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94760" y="376732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36758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Primary contact left the company; replacement re-evaluated from scratch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114800"/>
            <a:ext cx="8229600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6928" y="41148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No Stakeholder Escalation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94760" y="4206240"/>
            <a:ext cx="594360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94760" y="42062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1148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Rep never reached CISO/IT Director; stuck with single non-decision contact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DE8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vs. </a:t>
            </a:r>
            <a:r>
              <a:rPr lang="en-US" sz="26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Loss</a:t>
            </a: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Head-to-Head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</a:t>
            </a: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comparison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closed-won and closed-lost deals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Rep Playbook  |  Generated by DealTrace AI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5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29260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27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DIMENSION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34640" y="1627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✓  WON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1627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✗  LOST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9224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KEY INSIGHT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E5E"/>
                </a:solidFill>
              </a:rPr>
              <a:t>Avg. Thread Length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1938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8.4 emails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938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4.1 emails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Won deals had 2x more back-and-forth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322576"/>
            <a:ext cx="82296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322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E5E"/>
                </a:solidFill>
              </a:rPr>
              <a:t>Stakeholders in Thread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3225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2.8 contacts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3225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1.2 contacts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322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Multi-stakeholder = higher close probability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706624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706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E5E"/>
                </a:solidFill>
              </a:rPr>
              <a:t>Time to Proposal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27066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3.2 days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27066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6.8 days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7066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Fast proposal delivery correlates with wins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090672"/>
            <a:ext cx="82296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090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E5E"/>
                </a:solidFill>
              </a:rPr>
              <a:t>Follow-up Attempts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1.4 avg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3.1 avg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090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Losses required more chasing — cold signal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E5E"/>
                </a:solidFill>
              </a:rPr>
              <a:t>Prospect Reply Speed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3464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&lt; 6 hours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&gt; 48 hours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Engaged prospects reply fast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E5E"/>
                </a:solidFill>
              </a:rPr>
              <a:t>Competitor Mentioned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34640" y="3858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31%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3858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62%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Losses twice as likely to involve a competitor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242816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242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E5E"/>
                </a:solidFill>
              </a:rPr>
              <a:t>Budget Confirmed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834640" y="4242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6B"/>
                </a:solidFill>
              </a:rPr>
              <a:t>79%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63440" y="4242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28%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4242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Qualification gap is a primary loss driver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DE8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Stakeholder</a:t>
            </a: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Buying Committee 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appears in winning deals — and what role they play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Rep Playbook  |  Generated by DealTrace AI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6 / 10</a:t>
            </a:r>
            <a:endParaRPr lang="en-US" sz="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1627632"/>
            <a:ext cx="8229600" cy="29260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627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PERSONA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743200" y="1627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WIN PRESENCE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389120" y="1627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INFLUENCE TYPE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80760" y="1627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PATTERN INSIGHT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1938528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" y="2002536"/>
            <a:ext cx="2148840" cy="237744"/>
          </a:xfrm>
          <a:prstGeom prst="rect">
            <a:avLst/>
          </a:prstGeom>
          <a:solidFill>
            <a:srgbClr val="0033A0">
              <a:alpha val="15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" y="2002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3A0"/>
                </a:solidFill>
              </a:rPr>
              <a:t>CISO / CSO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743200" y="1938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A0"/>
                </a:solidFill>
              </a:rPr>
              <a:t>92%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89120" y="19385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Decision Maker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80760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Always present in deals &gt; $100K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2322576"/>
            <a:ext cx="82296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5488" y="2386584"/>
            <a:ext cx="2148840" cy="237744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93776" y="23865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IT Director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743200" y="2322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78%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89120" y="23225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Technical Gate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80760" y="2322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Validates technical fit before approval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2706624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75488" y="2770632"/>
            <a:ext cx="2148840" cy="237744"/>
          </a:xfrm>
          <a:prstGeom prst="rect">
            <a:avLst/>
          </a:prstGeom>
          <a:solidFill>
            <a:srgbClr val="00A86B">
              <a:alpha val="15000"/>
            </a:srgbClr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93776" y="2770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6B"/>
                </a:solidFill>
              </a:rPr>
              <a:t>VP / Head of IT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0" y="27066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6B"/>
                </a:solidFill>
              </a:rPr>
              <a:t>65%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389120" y="27066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Champion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080760" y="27066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Often initiates outreach and intro threads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82296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75488" y="3154680"/>
            <a:ext cx="2148840" cy="237744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93776" y="31546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Procurement / Legal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743200" y="3090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48%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389120" y="30906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Process Gate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080760" y="3090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Appears late — DPA/contract review stage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75488" y="3538728"/>
            <a:ext cx="2148840" cy="237744"/>
          </a:xfrm>
          <a:prstGeom prst="rect">
            <a:avLst/>
          </a:prstGeom>
          <a:solidFill>
            <a:srgbClr val="001E5E">
              <a:alpha val="15000"/>
            </a:srgbClr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93776" y="3538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CFO / Finance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274320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E5E"/>
                </a:solidFill>
              </a:rPr>
              <a:t>31%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38912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Budget Approver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08076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Present in multi-year deals and upsells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75488" y="3922776"/>
            <a:ext cx="2148840" cy="237744"/>
          </a:xfrm>
          <a:prstGeom prst="rect">
            <a:avLst/>
          </a:prstGeom>
          <a:solidFill>
            <a:srgbClr val="6B7280">
              <a:alpha val="15000"/>
            </a:srgbClr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93776" y="39227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</a:rPr>
              <a:t>End User / Manager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2743200" y="3858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24%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389120" y="3858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Influencer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080760" y="3858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Rarely decisive; low priority to engage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DE8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</a:t>
            </a:r>
            <a:r>
              <a:rPr lang="en-US" sz="26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Velocity</a:t>
            </a: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Pipeline Health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Time-in-stage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 and at-risk deal signals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-5621" y="4899019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Rep Playbook  |  Generated by DealTrace AI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7 / 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1E5E"/>
                </a:solidFill>
              </a:rPr>
              <a:t>DEAL FUNNEL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Initial Outreach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1984248"/>
            <a:ext cx="3474720" cy="201168"/>
          </a:xfrm>
          <a:prstGeom prst="rect">
            <a:avLst/>
          </a:prstGeom>
          <a:solidFill>
            <a:srgbClr val="E8EDF9"/>
          </a:solidFill>
          <a:ln w="12700">
            <a:solidFill>
              <a:srgbClr val="E8ED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31720" y="1984248"/>
            <a:ext cx="3474720" cy="201168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41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Discovery / Reply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2487168"/>
            <a:ext cx="3474720" cy="201168"/>
          </a:xfrm>
          <a:prstGeom prst="rect">
            <a:avLst/>
          </a:prstGeom>
          <a:solidFill>
            <a:srgbClr val="E8EDF9"/>
          </a:solidFill>
          <a:ln w="12700">
            <a:solidFill>
              <a:srgbClr val="E8ED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31720" y="2487168"/>
            <a:ext cx="288401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Demo / Proposal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31720" y="2990088"/>
            <a:ext cx="3474720" cy="201168"/>
          </a:xfrm>
          <a:prstGeom prst="rect">
            <a:avLst/>
          </a:prstGeom>
          <a:solidFill>
            <a:srgbClr val="E8EDF9"/>
          </a:solidFill>
          <a:ln w="12700">
            <a:solidFill>
              <a:srgbClr val="E8ED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331720" y="2990088"/>
            <a:ext cx="232806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Negotiation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31720" y="3493008"/>
            <a:ext cx="3474720" cy="201168"/>
          </a:xfrm>
          <a:prstGeom prst="rect">
            <a:avLst/>
          </a:prstGeom>
          <a:solidFill>
            <a:srgbClr val="E8EDF9"/>
          </a:solidFill>
          <a:ln w="12700">
            <a:solidFill>
              <a:srgbClr val="E8ED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331720" y="3493008"/>
            <a:ext cx="1459382" cy="20116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Closed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31720" y="3995928"/>
            <a:ext cx="3474720" cy="201168"/>
          </a:xfrm>
          <a:prstGeom prst="rect">
            <a:avLst/>
          </a:prstGeom>
          <a:solidFill>
            <a:srgbClr val="E8EDF9"/>
          </a:solidFill>
          <a:ln w="12700">
            <a:solidFill>
              <a:srgbClr val="E8ED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331720" y="3995928"/>
            <a:ext cx="2015338" cy="201168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FD4C48-3495-32B2-CA72-A74E2CE37714}"/>
              </a:ext>
            </a:extLst>
          </p:cNvPr>
          <p:cNvGrpSpPr/>
          <p:nvPr/>
        </p:nvGrpSpPr>
        <p:grpSpPr>
          <a:xfrm>
            <a:off x="5902331" y="1852348"/>
            <a:ext cx="3105864" cy="2477296"/>
            <a:chOff x="5120640" y="1526320"/>
            <a:chExt cx="3840480" cy="3063240"/>
          </a:xfrm>
        </p:grpSpPr>
        <p:sp>
          <p:nvSpPr>
            <p:cNvPr id="15" name="Text 13"/>
            <p:cNvSpPr/>
            <p:nvPr/>
          </p:nvSpPr>
          <p:spPr>
            <a:xfrm>
              <a:off x="6144768" y="1837216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33A0"/>
                  </a:solidFill>
                </a:rPr>
                <a:t>24</a:t>
              </a:r>
              <a:endParaRPr lang="en-US" sz="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144768" y="2340136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B4D8"/>
                  </a:solidFill>
                </a:rPr>
                <a:t>20</a:t>
              </a:r>
              <a:endParaRPr lang="en-US" sz="8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144768" y="2843056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59E0B"/>
                  </a:solidFill>
                </a:rPr>
                <a:t>16</a:t>
              </a:r>
              <a:endParaRPr lang="en-US" sz="8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144768" y="3345976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1E5E"/>
                  </a:solidFill>
                </a:rPr>
                <a:t>10</a:t>
              </a:r>
              <a:endParaRPr lang="en-US" sz="8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144768" y="3848896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A86B"/>
                  </a:solidFill>
                </a:rPr>
                <a:t>14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120640" y="1526320"/>
              <a:ext cx="3840480" cy="3063240"/>
            </a:xfrm>
            <a:prstGeom prst="rect">
              <a:avLst/>
            </a:prstGeom>
            <a:solidFill>
              <a:srgbClr val="FFF8F0"/>
            </a:solidFill>
            <a:ln w="1905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 sz="800"/>
            </a:p>
          </p:txBody>
        </p:sp>
        <p:sp>
          <p:nvSpPr>
            <p:cNvPr id="33" name="Shape 31"/>
            <p:cNvSpPr/>
            <p:nvPr/>
          </p:nvSpPr>
          <p:spPr>
            <a:xfrm>
              <a:off x="5120640" y="1526320"/>
              <a:ext cx="91440" cy="306324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 sz="800"/>
            </a:p>
          </p:txBody>
        </p:sp>
        <p:pic>
          <p:nvPicPr>
            <p:cNvPr id="3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5232" y="1617760"/>
              <a:ext cx="274320" cy="274320"/>
            </a:xfrm>
            <a:prstGeom prst="rect">
              <a:avLst/>
            </a:prstGeom>
          </p:spPr>
        </p:pic>
        <p:sp>
          <p:nvSpPr>
            <p:cNvPr id="35" name="Text 32"/>
            <p:cNvSpPr/>
            <p:nvPr/>
          </p:nvSpPr>
          <p:spPr>
            <a:xfrm>
              <a:off x="5623560" y="1617760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100" dirty="0">
                  <a:solidFill>
                    <a:srgbClr val="F59E0B"/>
                  </a:solidFill>
                </a:rPr>
                <a:t>AT-RISK DEAL SIGNALS</a:t>
              </a:r>
              <a:endParaRPr lang="en-US" sz="8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5285232" y="2020096"/>
              <a:ext cx="2743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59E0B"/>
                  </a:solidFill>
                </a:rPr>
                <a:t>⚠</a:t>
              </a:r>
              <a:endParaRPr lang="en-US" sz="8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5596128" y="2020096"/>
              <a:ext cx="3200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1E5E"/>
                  </a:solidFill>
                </a:rPr>
                <a:t>No reply &gt; 7 days
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2D3748"/>
                  </a:solidFill>
                </a:rPr>
                <a:t>Prospect went dark after proposal — requires re-engagement</a:t>
              </a:r>
              <a:endParaRPr lang="en-US" sz="80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5285232" y="2495584"/>
              <a:ext cx="2743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59E0B"/>
                  </a:solidFill>
                </a:rPr>
                <a:t>⚠</a:t>
              </a:r>
              <a:endParaRPr lang="en-US" sz="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5596128" y="2495584"/>
              <a:ext cx="3200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1E5E"/>
                  </a:solidFill>
                </a:rPr>
                <a:t>Single stakeholder
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2D3748"/>
                  </a:solidFill>
                </a:rPr>
                <a:t>No expansion beyond first contact — decision risk is high</a:t>
              </a:r>
              <a:endParaRPr lang="en-US" sz="8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5285232" y="2971072"/>
              <a:ext cx="2743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59E0B"/>
                  </a:solidFill>
                </a:rPr>
                <a:t>⚠</a:t>
              </a:r>
              <a:endParaRPr lang="en-US" sz="8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5596128" y="2971072"/>
              <a:ext cx="3200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1E5E"/>
                  </a:solidFill>
                </a:rPr>
                <a:t>Price objection raised
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2D3748"/>
                  </a:solidFill>
                </a:rPr>
                <a:t>Budget challenge without counter-offer will stall indefinitely</a:t>
              </a:r>
              <a:endParaRPr lang="en-US" sz="8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5285232" y="3446560"/>
              <a:ext cx="2743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59E0B"/>
                  </a:solidFill>
                </a:rPr>
                <a:t>⚠</a:t>
              </a:r>
              <a:endParaRPr lang="en-US" sz="8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5596128" y="3446560"/>
              <a:ext cx="3200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1E5E"/>
                  </a:solidFill>
                </a:rPr>
                <a:t>Competitor mentioned
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2D3748"/>
                  </a:solidFill>
                </a:rPr>
                <a:t>Evaluate thread for differentiation gaps; send comparison doc</a:t>
              </a:r>
              <a:endParaRPr lang="en-US" sz="8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5285232" y="3922048"/>
              <a:ext cx="2743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59E0B"/>
                  </a:solidFill>
                </a:rPr>
                <a:t>⚠</a:t>
              </a:r>
              <a:endParaRPr lang="en-US" sz="80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5596128" y="3922048"/>
              <a:ext cx="3200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01E5E"/>
                  </a:solidFill>
                </a:rPr>
                <a:t>Demo not yet scheduled
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2D3748"/>
                  </a:solidFill>
                </a:rPr>
                <a:t>Thread active &gt; 2 weeks with no demo — urgency signal missing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DE8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</a:t>
            </a:r>
            <a:r>
              <a:rPr lang="en-US" sz="26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Action</a:t>
            </a: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Playbook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</a:t>
            </a: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actions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mapped to deal stage and thread signals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Rep Playbook  |  Generated by DealTrace AI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8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265176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26517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EARLY STAGE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" y="2139696"/>
            <a:ext cx="182880" cy="18288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" y="20665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Identify the trigger: audit, breach, EOL hardware, or compliance deadline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5216" y="2752344"/>
            <a:ext cx="182880" cy="18288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" y="26791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Confirm budget authority — ask for CISO/IT Director introduction in reply #2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5216" y="3364992"/>
            <a:ext cx="182880" cy="18288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" y="3364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1248" y="32918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Reference a similar vertical case study in the first follow-up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5216" y="3977640"/>
            <a:ext cx="182880" cy="18288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" y="3977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" y="39044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Set a discovery call within 48 hours of first positive reply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1627632"/>
            <a:ext cx="265176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1627632"/>
            <a:ext cx="2651760" cy="347472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5584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MID STAGE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74136" y="2139696"/>
            <a:ext cx="182880" cy="182880"/>
          </a:xfrm>
          <a:prstGeom prst="ellipse">
            <a:avLst/>
          </a:prstGeom>
          <a:solidFill>
            <a:srgbClr val="0033A0">
              <a:alpha val="80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74136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30168" y="20665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Send proposal within 3 business days of discovery call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74136" y="2752344"/>
            <a:ext cx="182880" cy="182880"/>
          </a:xfrm>
          <a:prstGeom prst="ellipse">
            <a:avLst/>
          </a:prstGeom>
          <a:solidFill>
            <a:srgbClr val="0033A0">
              <a:alpha val="80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74136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30168" y="26791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Attach sector-specific ROI model and TCO comparison if competitor is present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74136" y="3364992"/>
            <a:ext cx="182880" cy="182880"/>
          </a:xfrm>
          <a:prstGeom prst="ellipse">
            <a:avLst/>
          </a:prstGeom>
          <a:solidFill>
            <a:srgbClr val="0033A0">
              <a:alpha val="80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74136" y="3364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30168" y="32918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Loop in Sophos SE for technical deep-dives — validates platform credibility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74136" y="3977640"/>
            <a:ext cx="182880" cy="182880"/>
          </a:xfrm>
          <a:prstGeom prst="ellipse">
            <a:avLst/>
          </a:prstGeom>
          <a:solidFill>
            <a:srgbClr val="0033A0">
              <a:alpha val="80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74136" y="3977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30168" y="39044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Confirm stakeholder alignment: procurement + CISO must both be in thread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35040" y="1627632"/>
            <a:ext cx="265176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35040" y="1627632"/>
            <a:ext cx="2651760" cy="34747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4476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LATE STAGE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63056" y="2139696"/>
            <a:ext cx="182880" cy="182880"/>
          </a:xfrm>
          <a:prstGeom prst="ellipse">
            <a:avLst/>
          </a:prstGeom>
          <a:solidFill>
            <a:srgbClr val="00A86B">
              <a:alpha val="80000"/>
            </a:srgbClr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63056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19088" y="206654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If no reply in 5 days post-proposal: send a single 3-line re-engagement email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63056" y="2752344"/>
            <a:ext cx="182880" cy="182880"/>
          </a:xfrm>
          <a:prstGeom prst="ellipse">
            <a:avLst/>
          </a:prstGeom>
          <a:solidFill>
            <a:srgbClr val="00A86B">
              <a:alpha val="80000"/>
            </a:srgbClr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63056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19088" y="26791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Offer to join the board or internal presentation as Sophos representative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63056" y="3364992"/>
            <a:ext cx="182880" cy="182880"/>
          </a:xfrm>
          <a:prstGeom prst="ellipse">
            <a:avLst/>
          </a:prstGeom>
          <a:solidFill>
            <a:srgbClr val="00A86B">
              <a:alpha val="80000"/>
            </a:srgbClr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63056" y="3364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19088" y="32918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Counter budget objections with multi-year payment terms or phased deployment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63056" y="3977640"/>
            <a:ext cx="182880" cy="182880"/>
          </a:xfrm>
          <a:prstGeom prst="ellipse">
            <a:avLst/>
          </a:prstGeom>
          <a:solidFill>
            <a:srgbClr val="00A86B">
              <a:alpha val="80000"/>
            </a:srgbClr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163056" y="3977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19088" y="39044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Get verbal yes before sending order form — avoid surprise signatures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2006F7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DE8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ea typeface="Calibri" pitchFamily="34" charset="-122"/>
                <a:cs typeface="Calibri" pitchFamily="34" charset="-120"/>
              </a:rPr>
              <a:t>Objection</a:t>
            </a: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</a:t>
            </a:r>
            <a:r>
              <a:rPr lang="en-US" sz="1200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objections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detected in lost threads — and proven responses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Rep Playbook  |  Generated by DealTrace AI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9 /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8229600" cy="69494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773936"/>
            <a:ext cx="62179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77393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42%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"Your pricing is too high."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1755648"/>
            <a:ext cx="822960" cy="201168"/>
          </a:xfrm>
          <a:prstGeom prst="rect">
            <a:avLst/>
          </a:prstGeom>
          <a:solidFill>
            <a:srgbClr val="0033A0">
              <a:alpha val="15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755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33A0"/>
                </a:solidFill>
              </a:rPr>
              <a:t>Price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88720" y="19933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→  Reframe around TCO, not license cost. Show 3-year NPV vs breach risk. Offer phased deployment or multi-year terms to lower annual commitment.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414016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2523744"/>
            <a:ext cx="62179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52374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28%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459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"We're looking at CrowdStrike / SentinelOne."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505456"/>
            <a:ext cx="822960" cy="201168"/>
          </a:xfrm>
          <a:prstGeom prst="rect">
            <a:avLst/>
          </a:prstGeom>
          <a:solidFill>
            <a:srgbClr val="0033A0">
              <a:alpha val="15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5054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33A0"/>
                </a:solidFill>
              </a:rPr>
              <a:t>Competitor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2743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→  Send the head-to-head comparison doc immediately. Focus on: detection rate (third-party validated), MDR included vs add-on, single console simplicity.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163824"/>
            <a:ext cx="8229600" cy="694944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3273552"/>
            <a:ext cx="62179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273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"Your DPA doesn't meet our requirements."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255264"/>
            <a:ext cx="822960" cy="201168"/>
          </a:xfrm>
          <a:prstGeom prst="rect">
            <a:avLst/>
          </a:prstGeom>
          <a:solidFill>
            <a:srgbClr val="0033A0">
              <a:alpha val="15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2552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33A0"/>
                </a:solidFill>
              </a:rPr>
              <a:t>Legal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88720" y="3493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→  Escalate to Sophos Legal same day. Request the specific clauses in writing. Data residency attestation letter is available for EU/defense verticals.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13632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" y="4023360"/>
            <a:ext cx="621792" cy="25603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02336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8872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E5E"/>
                </a:solidFill>
              </a:rPr>
              <a:t>"We're happy with our current vendor."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005072"/>
            <a:ext cx="822960" cy="201168"/>
          </a:xfrm>
          <a:prstGeom prst="rect">
            <a:avLst/>
          </a:prstGeom>
          <a:solidFill>
            <a:srgbClr val="0033A0">
              <a:alpha val="15000"/>
            </a:srgbClr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40050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33A0"/>
                </a:solidFill>
              </a:rPr>
              <a:t>Status Quo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88720" y="42428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→  Ask when renewal is. Send a comparison of Sophos detection rate vs incumbent. Offer a free 30-day pilot — removes switching risk.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006F7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7BA7E0"/>
                </a:solidFill>
              </a:rPr>
              <a:t>SOPHOS  |  DEALTRACE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3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win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a pattern.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3800" b="1" dirty="0">
                <a:solidFill>
                  <a:srgbClr val="00EDFF"/>
                </a:solidFill>
                <a:ea typeface="Calibri" pitchFamily="34" charset="-122"/>
                <a:cs typeface="Calibri" pitchFamily="34" charset="-120"/>
              </a:rPr>
              <a:t>loss</a:t>
            </a:r>
            <a:r>
              <a:rPr lang="en-US" sz="3800" b="1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leaves a clue.</a:t>
            </a:r>
            <a:endParaRPr lang="en-US" sz="3800" dirty="0">
              <a:solidFill>
                <a:srgbClr val="00ED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359152"/>
            <a:ext cx="4572000" cy="0"/>
          </a:xfrm>
          <a:prstGeom prst="line">
            <a:avLst/>
          </a:prstGeom>
          <a:noFill/>
          <a:ln w="12700">
            <a:solidFill>
              <a:srgbClr val="3A5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playbook was generated automatically by DealTrace, Sophos's AI-powered deal intelligence engine. It analyzes email thread patterns to surface actionable </a:t>
            </a:r>
            <a:r>
              <a:rPr lang="en-US" sz="1100" dirty="0">
                <a:solidFill>
                  <a:srgbClr val="AABDE8"/>
                </a:solidFill>
                <a:ea typeface="Calibri" pitchFamily="34" charset="-122"/>
                <a:cs typeface="Calibri" pitchFamily="34" charset="-120"/>
              </a:rPr>
              <a:t>insights</a:t>
            </a:r>
            <a:r>
              <a:rPr lang="en-US" sz="1100" dirty="0">
                <a:solidFill>
                  <a:srgbClr val="AA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sales engineers and account executives.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DFF"/>
                </a:solidFill>
              </a:rPr>
              <a:t>Next Steps:  </a:t>
            </a:r>
            <a:r>
              <a:rPr lang="en-US" sz="1050" dirty="0">
                <a:solidFill>
                  <a:srgbClr val="AABDE8"/>
                </a:solidFill>
              </a:rPr>
              <a:t>Review at-risk deals in Slide 7 and apply the Rep Action Playbook (Slide 8)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DFF"/>
                </a:solidFill>
              </a:rPr>
              <a:t>Refresh:</a:t>
            </a:r>
            <a:r>
              <a:rPr lang="en-US" sz="1050" b="1" dirty="0">
                <a:solidFill>
                  <a:srgbClr val="00F2D5"/>
                </a:solidFill>
              </a:rPr>
              <a:t>  </a:t>
            </a:r>
            <a:r>
              <a:rPr lang="en-US" sz="1050" dirty="0">
                <a:solidFill>
                  <a:srgbClr val="AABDE8"/>
                </a:solidFill>
              </a:rPr>
              <a:t>Re-run DealTrace after each new reply to keep patterns current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DFF"/>
                </a:solidFill>
              </a:rPr>
              <a:t>Share:  </a:t>
            </a:r>
            <a:r>
              <a:rPr lang="en-US" sz="1050" dirty="0">
                <a:solidFill>
                  <a:srgbClr val="AABDE8"/>
                </a:solidFill>
              </a:rPr>
              <a:t>Export this deck to PDF before sharing outside Sophos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4480560"/>
            <a:ext cx="85039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chemeClr val="bg1"/>
                </a:solidFill>
              </a:rPr>
              <a:t>Sophos Confidential  |  Generated by DealTrace  |  Not for external distribution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DE91D7-FB59-A229-2E10-3877D50D56F7}"/>
              </a:ext>
            </a:extLst>
          </p:cNvPr>
          <p:cNvSpPr txBox="1"/>
          <p:nvPr/>
        </p:nvSpPr>
        <p:spPr>
          <a:xfrm>
            <a:off x="954860" y="335010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marR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EDFF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phos Light">
  <a:themeElements>
    <a:clrScheme name="SOPHOS NEW">
      <a:dk1>
        <a:srgbClr val="001A47"/>
      </a:dk1>
      <a:lt1>
        <a:sysClr val="window" lastClr="FFFFFF"/>
      </a:lt1>
      <a:dk2>
        <a:srgbClr val="2006F7"/>
      </a:dk2>
      <a:lt2>
        <a:srgbClr val="EFF6FF"/>
      </a:lt2>
      <a:accent1>
        <a:srgbClr val="5A00FF"/>
      </a:accent1>
      <a:accent2>
        <a:srgbClr val="B529F7"/>
      </a:accent2>
      <a:accent3>
        <a:srgbClr val="009CFB"/>
      </a:accent3>
      <a:accent4>
        <a:srgbClr val="00EDFF"/>
      </a:accent4>
      <a:accent5>
        <a:srgbClr val="00F2B3"/>
      </a:accent5>
      <a:accent6>
        <a:srgbClr val="6A889B"/>
      </a:accent6>
      <a:hlink>
        <a:srgbClr val="2006F7"/>
      </a:hlink>
      <a:folHlink>
        <a:srgbClr val="2006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58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marR="0" indent="-18288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rgbClr val="2006F7"/>
          </a:buClr>
          <a:buSzTx/>
          <a:buFont typeface="Arial" panose="020B0604020202020204" pitchFamily="34" charset="0"/>
          <a:buChar char="•"/>
          <a:tabLst/>
          <a:defRPr kumimoji="0" sz="1800" b="0" i="0" u="none" strike="noStrike" kern="1200" cap="none" spc="0" normalizeH="0" baseline="0" noProof="0" dirty="0" err="1" smtClean="0">
            <a:ln>
              <a:noFill/>
            </a:ln>
            <a:solidFill>
              <a:srgbClr val="001A47"/>
            </a:solidFill>
            <a:effectLst/>
            <a:uLnTx/>
            <a:uFillTx/>
            <a:latin typeface="Aptos" panose="020B00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ophos Light" id="{91748719-B7EB-F342-B117-59AC634D2051}" vid="{F1CA90FE-04F9-F849-BA77-F4F46325F899}"/>
    </a:ext>
  </a:extLst>
</a:theme>
</file>

<file path=ppt/theme/theme2.xml><?xml version="1.0" encoding="utf-8"?>
<a:theme xmlns:a="http://schemas.openxmlformats.org/drawingml/2006/main" name="SOPHOS DARK">
  <a:themeElements>
    <a:clrScheme name="SOPHOS NEW">
      <a:dk1>
        <a:srgbClr val="001A47"/>
      </a:dk1>
      <a:lt1>
        <a:sysClr val="window" lastClr="FFFFFF"/>
      </a:lt1>
      <a:dk2>
        <a:srgbClr val="2006F7"/>
      </a:dk2>
      <a:lt2>
        <a:srgbClr val="EFF6FF"/>
      </a:lt2>
      <a:accent1>
        <a:srgbClr val="5A00FF"/>
      </a:accent1>
      <a:accent2>
        <a:srgbClr val="B529F7"/>
      </a:accent2>
      <a:accent3>
        <a:srgbClr val="009CFB"/>
      </a:accent3>
      <a:accent4>
        <a:srgbClr val="00EDFF"/>
      </a:accent4>
      <a:accent5>
        <a:srgbClr val="00F2B3"/>
      </a:accent5>
      <a:accent6>
        <a:srgbClr val="6A889B"/>
      </a:accent6>
      <a:hlink>
        <a:srgbClr val="2006F7"/>
      </a:hlink>
      <a:folHlink>
        <a:srgbClr val="2006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4"/>
            </a:gs>
            <a:gs pos="100000">
              <a:schemeClr val="accent5"/>
            </a:gs>
          </a:gsLst>
          <a:lin ang="5400000" scaled="1"/>
          <a:tileRect/>
        </a:gradFill>
        <a:ln w="158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gradFill flip="none" rotWithShape="1">
            <a:gsLst>
              <a:gs pos="20000">
                <a:schemeClr val="accent4"/>
              </a:gs>
              <a:gs pos="80000">
                <a:schemeClr val="accent5"/>
              </a:gs>
            </a:gsLst>
            <a:lin ang="0" scaled="1"/>
            <a:tileRect/>
          </a:gra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marR="0" indent="-18288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rgbClr val="00EDFF"/>
          </a:buClr>
          <a:buSzTx/>
          <a:buFont typeface="Arial" panose="020B0604020202020204" pitchFamily="34" charset="0"/>
          <a:buChar char="•"/>
          <a:tabLst/>
          <a:defRPr kumimoji="0" sz="1800" b="0" i="0" u="none" strike="noStrike" kern="120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ptos" panose="020B00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OPHOS Graphics Template 2025 1.0.pptx" id="{FC1226C6-1D77-4418-8EF4-4C232B9D72BF}" vid="{1FA977B9-1536-4ADE-AEF0-B98182156026}"/>
    </a:ext>
  </a:extLst>
</a:theme>
</file>

<file path=ppt/theme/theme3.xml><?xml version="1.0" encoding="utf-8"?>
<a:theme xmlns:a="http://schemas.openxmlformats.org/drawingml/2006/main" name="1_Sophos Dark">
  <a:themeElements>
    <a:clrScheme name="SOPHOS NEW">
      <a:dk1>
        <a:srgbClr val="001A47"/>
      </a:dk1>
      <a:lt1>
        <a:sysClr val="window" lastClr="FFFFFF"/>
      </a:lt1>
      <a:dk2>
        <a:srgbClr val="2006F7"/>
      </a:dk2>
      <a:lt2>
        <a:srgbClr val="EFF6FF"/>
      </a:lt2>
      <a:accent1>
        <a:srgbClr val="5A00FF"/>
      </a:accent1>
      <a:accent2>
        <a:srgbClr val="B529F7"/>
      </a:accent2>
      <a:accent3>
        <a:srgbClr val="009CFB"/>
      </a:accent3>
      <a:accent4>
        <a:srgbClr val="00EDFF"/>
      </a:accent4>
      <a:accent5>
        <a:srgbClr val="00F2B3"/>
      </a:accent5>
      <a:accent6>
        <a:srgbClr val="6A889B"/>
      </a:accent6>
      <a:hlink>
        <a:srgbClr val="2006F7"/>
      </a:hlink>
      <a:folHlink>
        <a:srgbClr val="2006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58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marR="0" indent="-18288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rgbClr val="2006F7"/>
          </a:buClr>
          <a:buSzTx/>
          <a:buFont typeface="Arial" panose="020B0604020202020204" pitchFamily="34" charset="0"/>
          <a:buChar char="•"/>
          <a:tabLst/>
          <a:defRPr kumimoji="0" sz="1800" b="0" i="0" u="none" strike="noStrike" kern="1200" cap="none" spc="0" normalizeH="0" baseline="0" noProof="0" dirty="0" err="1" smtClean="0">
            <a:ln>
              <a:noFill/>
            </a:ln>
            <a:solidFill>
              <a:srgbClr val="001A47"/>
            </a:solidFill>
            <a:effectLst/>
            <a:uLnTx/>
            <a:uFillTx/>
            <a:latin typeface="Aptos" panose="020B00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ophos Dark" id="{71146B3E-9A71-A746-B342-936B64C7502B}" vid="{48A53C35-5D28-0043-B015-229F9F607FA8}"/>
    </a:ext>
  </a:extLst>
</a:theme>
</file>

<file path=ppt/theme/theme4.xml><?xml version="1.0" encoding="utf-8"?>
<a:theme xmlns:a="http://schemas.openxmlformats.org/drawingml/2006/main" name="2_SOPHOS DARK">
  <a:themeElements>
    <a:clrScheme name="SOPHOS NEW">
      <a:dk1>
        <a:srgbClr val="001A47"/>
      </a:dk1>
      <a:lt1>
        <a:sysClr val="window" lastClr="FFFFFF"/>
      </a:lt1>
      <a:dk2>
        <a:srgbClr val="2006F7"/>
      </a:dk2>
      <a:lt2>
        <a:srgbClr val="EFF6FF"/>
      </a:lt2>
      <a:accent1>
        <a:srgbClr val="5A00FF"/>
      </a:accent1>
      <a:accent2>
        <a:srgbClr val="B529F7"/>
      </a:accent2>
      <a:accent3>
        <a:srgbClr val="009CFB"/>
      </a:accent3>
      <a:accent4>
        <a:srgbClr val="00EDFF"/>
      </a:accent4>
      <a:accent5>
        <a:srgbClr val="00F2B3"/>
      </a:accent5>
      <a:accent6>
        <a:srgbClr val="6A889B"/>
      </a:accent6>
      <a:hlink>
        <a:srgbClr val="2006F7"/>
      </a:hlink>
      <a:folHlink>
        <a:srgbClr val="2006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4"/>
            </a:gs>
            <a:gs pos="100000">
              <a:schemeClr val="accent5"/>
            </a:gs>
          </a:gsLst>
          <a:lin ang="5400000" scaled="1"/>
          <a:tileRect/>
        </a:gradFill>
        <a:ln w="158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gradFill flip="none" rotWithShape="1">
            <a:gsLst>
              <a:gs pos="20000">
                <a:schemeClr val="accent4"/>
              </a:gs>
              <a:gs pos="80000">
                <a:schemeClr val="accent5"/>
              </a:gs>
            </a:gsLst>
            <a:lin ang="0" scaled="1"/>
            <a:tileRect/>
          </a:gra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marR="0" indent="-182880" algn="l" defTabSz="914400" rtl="0" eaLnBrk="1" fontAlgn="auto" latinLnBrk="0" hangingPunct="1">
          <a:lnSpc>
            <a:spcPct val="100000"/>
          </a:lnSpc>
          <a:spcBef>
            <a:spcPts val="600"/>
          </a:spcBef>
          <a:spcAft>
            <a:spcPts val="0"/>
          </a:spcAft>
          <a:buClr>
            <a:srgbClr val="00EDFF"/>
          </a:buClr>
          <a:buSzTx/>
          <a:buFont typeface="Arial" panose="020B0604020202020204" pitchFamily="34" charset="0"/>
          <a:buChar char="•"/>
          <a:tabLst/>
          <a:defRPr kumimoji="0" sz="1800" b="0" i="0" u="none" strike="noStrike" kern="1200" cap="none" spc="0" normalizeH="0" baseline="0" noProof="0" dirty="0" smtClean="0">
            <a:ln>
              <a:noFill/>
            </a:ln>
            <a:solidFill>
              <a:prstClr val="white"/>
            </a:solidFill>
            <a:effectLst/>
            <a:uLnTx/>
            <a:uFillTx/>
            <a:latin typeface="Aptos" panose="020B0004020202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OPHOS Graphics Template 2025 1.0.pptx" id="{FC1226C6-1D77-4418-8EF4-4C232B9D72BF}" vid="{1FA977B9-1536-4ADE-AEF0-B9818215602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Sophos Light</Template>
  <TotalTime>54</TotalTime>
  <Words>1265</Words>
  <Application>Microsoft Macintosh PowerPoint</Application>
  <PresentationFormat>On-screen Show (16:9)</PresentationFormat>
  <Paragraphs>259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Sophos Light</vt:lpstr>
      <vt:lpstr>SOPHOS DARK</vt:lpstr>
      <vt:lpstr>1_Sophos Dark</vt:lpstr>
      <vt:lpstr>2_SOPHOS DARK</vt:lpstr>
      <vt:lpstr>Rep Playbook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DealTrace Rep Playbook</dc:title>
  <dc:subject>PptxGenJS Presentation</dc:subject>
  <dc:creator>DealTrace by Sophos</dc:creator>
  <cp:lastModifiedBy>Nicaela Cabuhat</cp:lastModifiedBy>
  <cp:revision>3</cp:revision>
  <dcterms:created xsi:type="dcterms:W3CDTF">2026-04-07T09:10:48Z</dcterms:created>
  <dcterms:modified xsi:type="dcterms:W3CDTF">2026-04-07T10:10:56Z</dcterms:modified>
</cp:coreProperties>
</file>